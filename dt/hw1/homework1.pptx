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58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郑杰鑫（Jiexin Zheng）" userId="bfee14fc-8a48-41da-8f1e-4c825735a780" providerId="ADAL" clId="{B0C40B51-835D-4A14-B776-7F7DC54898E9}"/>
    <pc:docChg chg="undo custSel addSld modSld modMainMaster">
      <pc:chgData name="郑杰鑫（Jiexin Zheng）" userId="bfee14fc-8a48-41da-8f1e-4c825735a780" providerId="ADAL" clId="{B0C40B51-835D-4A14-B776-7F7DC54898E9}" dt="2026-02-21T03:01:31.482" v="1259" actId="20577"/>
      <pc:docMkLst>
        <pc:docMk/>
      </pc:docMkLst>
      <pc:sldChg chg="modSp new mod">
        <pc:chgData name="郑杰鑫（Jiexin Zheng）" userId="bfee14fc-8a48-41da-8f1e-4c825735a780" providerId="ADAL" clId="{B0C40B51-835D-4A14-B776-7F7DC54898E9}" dt="2026-02-21T02:45:10.959" v="11" actId="20577"/>
        <pc:sldMkLst>
          <pc:docMk/>
          <pc:sldMk cId="2621154341" sldId="256"/>
        </pc:sldMkLst>
        <pc:spChg chg="mod">
          <ac:chgData name="郑杰鑫（Jiexin Zheng）" userId="bfee14fc-8a48-41da-8f1e-4c825735a780" providerId="ADAL" clId="{B0C40B51-835D-4A14-B776-7F7DC54898E9}" dt="2026-02-21T02:45:10.959" v="11" actId="20577"/>
          <ac:spMkLst>
            <pc:docMk/>
            <pc:sldMk cId="2621154341" sldId="256"/>
            <ac:spMk id="2" creationId="{B0EDFEC2-C74D-DFC4-7BBA-ECBB72C7B990}"/>
          </ac:spMkLst>
        </pc:spChg>
      </pc:sldChg>
      <pc:sldChg chg="modSp new mod">
        <pc:chgData name="郑杰鑫（Jiexin Zheng）" userId="bfee14fc-8a48-41da-8f1e-4c825735a780" providerId="ADAL" clId="{B0C40B51-835D-4A14-B776-7F7DC54898E9}" dt="2026-02-21T02:46:28.157" v="26" actId="20577"/>
        <pc:sldMkLst>
          <pc:docMk/>
          <pc:sldMk cId="2827603842" sldId="257"/>
        </pc:sldMkLst>
        <pc:spChg chg="mod">
          <ac:chgData name="郑杰鑫（Jiexin Zheng）" userId="bfee14fc-8a48-41da-8f1e-4c825735a780" providerId="ADAL" clId="{B0C40B51-835D-4A14-B776-7F7DC54898E9}" dt="2026-02-21T02:46:14.498" v="18"/>
          <ac:spMkLst>
            <pc:docMk/>
            <pc:sldMk cId="2827603842" sldId="257"/>
            <ac:spMk id="2" creationId="{42BEE9A7-2319-F28C-632D-E6AF2EFD56E0}"/>
          </ac:spMkLst>
        </pc:spChg>
        <pc:spChg chg="mod">
          <ac:chgData name="郑杰鑫（Jiexin Zheng）" userId="bfee14fc-8a48-41da-8f1e-4c825735a780" providerId="ADAL" clId="{B0C40B51-835D-4A14-B776-7F7DC54898E9}" dt="2026-02-21T02:46:28.157" v="26" actId="20577"/>
          <ac:spMkLst>
            <pc:docMk/>
            <pc:sldMk cId="2827603842" sldId="257"/>
            <ac:spMk id="3" creationId="{E175591B-9431-1532-A4F6-8FC8E1E89945}"/>
          </ac:spMkLst>
        </pc:spChg>
      </pc:sldChg>
      <pc:sldChg chg="modSp new mod">
        <pc:chgData name="郑杰鑫（Jiexin Zheng）" userId="bfee14fc-8a48-41da-8f1e-4c825735a780" providerId="ADAL" clId="{B0C40B51-835D-4A14-B776-7F7DC54898E9}" dt="2026-02-21T02:49:40.057" v="152" actId="20577"/>
        <pc:sldMkLst>
          <pc:docMk/>
          <pc:sldMk cId="3236054432" sldId="258"/>
        </pc:sldMkLst>
        <pc:spChg chg="mod">
          <ac:chgData name="郑杰鑫（Jiexin Zheng）" userId="bfee14fc-8a48-41da-8f1e-4c825735a780" providerId="ADAL" clId="{B0C40B51-835D-4A14-B776-7F7DC54898E9}" dt="2026-02-21T02:47:55.724" v="108"/>
          <ac:spMkLst>
            <pc:docMk/>
            <pc:sldMk cId="3236054432" sldId="258"/>
            <ac:spMk id="2" creationId="{FC4F54A4-BC97-CDEE-782E-D32ECE77FB34}"/>
          </ac:spMkLst>
        </pc:spChg>
        <pc:spChg chg="mod">
          <ac:chgData name="郑杰鑫（Jiexin Zheng）" userId="bfee14fc-8a48-41da-8f1e-4c825735a780" providerId="ADAL" clId="{B0C40B51-835D-4A14-B776-7F7DC54898E9}" dt="2026-02-21T02:49:40.057" v="152" actId="20577"/>
          <ac:spMkLst>
            <pc:docMk/>
            <pc:sldMk cId="3236054432" sldId="258"/>
            <ac:spMk id="3" creationId="{E0174306-D141-1A43-557F-5D6D9E0DAA16}"/>
          </ac:spMkLst>
        </pc:spChg>
      </pc:sldChg>
      <pc:sldChg chg="addSp modSp add mod">
        <pc:chgData name="郑杰鑫（Jiexin Zheng）" userId="bfee14fc-8a48-41da-8f1e-4c825735a780" providerId="ADAL" clId="{B0C40B51-835D-4A14-B776-7F7DC54898E9}" dt="2026-02-21T02:47:21.277" v="98" actId="20577"/>
        <pc:sldMkLst>
          <pc:docMk/>
          <pc:sldMk cId="1720806773" sldId="259"/>
        </pc:sldMkLst>
        <pc:spChg chg="mod">
          <ac:chgData name="郑杰鑫（Jiexin Zheng）" userId="bfee14fc-8a48-41da-8f1e-4c825735a780" providerId="ADAL" clId="{B0C40B51-835D-4A14-B776-7F7DC54898E9}" dt="2026-02-21T02:46:43.834" v="29"/>
          <ac:spMkLst>
            <pc:docMk/>
            <pc:sldMk cId="1720806773" sldId="259"/>
            <ac:spMk id="3" creationId="{0BDEE413-5C54-E4FA-1BB4-D8D7AA135D24}"/>
          </ac:spMkLst>
        </pc:spChg>
        <pc:spChg chg="add mod">
          <ac:chgData name="郑杰鑫（Jiexin Zheng）" userId="bfee14fc-8a48-41da-8f1e-4c825735a780" providerId="ADAL" clId="{B0C40B51-835D-4A14-B776-7F7DC54898E9}" dt="2026-02-21T02:47:21.277" v="98" actId="20577"/>
          <ac:spMkLst>
            <pc:docMk/>
            <pc:sldMk cId="1720806773" sldId="259"/>
            <ac:spMk id="6" creationId="{1C7B1E8D-69F7-B16E-067E-AC4CED1C204A}"/>
          </ac:spMkLst>
        </pc:spChg>
        <pc:picChg chg="add mod">
          <ac:chgData name="郑杰鑫（Jiexin Zheng）" userId="bfee14fc-8a48-41da-8f1e-4c825735a780" providerId="ADAL" clId="{B0C40B51-835D-4A14-B776-7F7DC54898E9}" dt="2026-02-21T02:46:57.002" v="34" actId="1076"/>
          <ac:picMkLst>
            <pc:docMk/>
            <pc:sldMk cId="1720806773" sldId="259"/>
            <ac:picMk id="4" creationId="{26E92B55-CDAC-81A1-ABB6-688B34F6522A}"/>
          </ac:picMkLst>
        </pc:picChg>
      </pc:sldChg>
      <pc:sldChg chg="modSp new mod">
        <pc:chgData name="郑杰鑫（Jiexin Zheng）" userId="bfee14fc-8a48-41da-8f1e-4c825735a780" providerId="ADAL" clId="{B0C40B51-835D-4A14-B776-7F7DC54898E9}" dt="2026-02-21T03:00:32.133" v="1075" actId="20577"/>
        <pc:sldMkLst>
          <pc:docMk/>
          <pc:sldMk cId="1271854449" sldId="260"/>
        </pc:sldMkLst>
        <pc:spChg chg="mod">
          <ac:chgData name="郑杰鑫（Jiexin Zheng）" userId="bfee14fc-8a48-41da-8f1e-4c825735a780" providerId="ADAL" clId="{B0C40B51-835D-4A14-B776-7F7DC54898E9}" dt="2026-02-21T02:48:05.737" v="130" actId="20577"/>
          <ac:spMkLst>
            <pc:docMk/>
            <pc:sldMk cId="1271854449" sldId="260"/>
            <ac:spMk id="2" creationId="{B7F7FF09-3F13-4206-B1A9-39B8D0FAEB37}"/>
          </ac:spMkLst>
        </pc:spChg>
        <pc:spChg chg="mod">
          <ac:chgData name="郑杰鑫（Jiexin Zheng）" userId="bfee14fc-8a48-41da-8f1e-4c825735a780" providerId="ADAL" clId="{B0C40B51-835D-4A14-B776-7F7DC54898E9}" dt="2026-02-21T03:00:32.133" v="1075" actId="20577"/>
          <ac:spMkLst>
            <pc:docMk/>
            <pc:sldMk cId="1271854449" sldId="260"/>
            <ac:spMk id="3" creationId="{6185BBBD-3185-06CD-ED42-86D2396D4F0B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2:48:48.212" v="138" actId="20577"/>
        <pc:sldMkLst>
          <pc:docMk/>
          <pc:sldMk cId="1355260089" sldId="261"/>
        </pc:sldMkLst>
        <pc:spChg chg="mod">
          <ac:chgData name="郑杰鑫（Jiexin Zheng）" userId="bfee14fc-8a48-41da-8f1e-4c825735a780" providerId="ADAL" clId="{B0C40B51-835D-4A14-B776-7F7DC54898E9}" dt="2026-02-21T02:48:48.212" v="138" actId="20577"/>
          <ac:spMkLst>
            <pc:docMk/>
            <pc:sldMk cId="1355260089" sldId="261"/>
            <ac:spMk id="2" creationId="{618A49CE-E252-3431-A8E9-05959BC4DE74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2:49:06.330" v="141" actId="20577"/>
        <pc:sldMkLst>
          <pc:docMk/>
          <pc:sldMk cId="1857679523" sldId="262"/>
        </pc:sldMkLst>
        <pc:spChg chg="mod">
          <ac:chgData name="郑杰鑫（Jiexin Zheng）" userId="bfee14fc-8a48-41da-8f1e-4c825735a780" providerId="ADAL" clId="{B0C40B51-835D-4A14-B776-7F7DC54898E9}" dt="2026-02-21T02:49:06.330" v="141" actId="20577"/>
          <ac:spMkLst>
            <pc:docMk/>
            <pc:sldMk cId="1857679523" sldId="262"/>
            <ac:spMk id="2" creationId="{0763696B-564A-83A9-2F53-F744BCC4B244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2:58:20.036" v="869" actId="20577"/>
        <pc:sldMkLst>
          <pc:docMk/>
          <pc:sldMk cId="1514958346" sldId="263"/>
        </pc:sldMkLst>
        <pc:spChg chg="mod">
          <ac:chgData name="郑杰鑫（Jiexin Zheng）" userId="bfee14fc-8a48-41da-8f1e-4c825735a780" providerId="ADAL" clId="{B0C40B51-835D-4A14-B776-7F7DC54898E9}" dt="2026-02-21T02:58:20.036" v="869" actId="20577"/>
          <ac:spMkLst>
            <pc:docMk/>
            <pc:sldMk cId="1514958346" sldId="263"/>
            <ac:spMk id="3" creationId="{C55EBECB-B42B-D2E8-CD63-1143ADB73371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3:01:31.482" v="1259" actId="20577"/>
        <pc:sldMkLst>
          <pc:docMk/>
          <pc:sldMk cId="2516000807" sldId="264"/>
        </pc:sldMkLst>
        <pc:spChg chg="mod">
          <ac:chgData name="郑杰鑫（Jiexin Zheng）" userId="bfee14fc-8a48-41da-8f1e-4c825735a780" providerId="ADAL" clId="{B0C40B51-835D-4A14-B776-7F7DC54898E9}" dt="2026-02-21T02:58:28.850" v="871" actId="20577"/>
          <ac:spMkLst>
            <pc:docMk/>
            <pc:sldMk cId="2516000807" sldId="264"/>
            <ac:spMk id="2" creationId="{991F89DB-5825-7A6F-B467-8043EBB94BC7}"/>
          </ac:spMkLst>
        </pc:spChg>
        <pc:spChg chg="mod">
          <ac:chgData name="郑杰鑫（Jiexin Zheng）" userId="bfee14fc-8a48-41da-8f1e-4c825735a780" providerId="ADAL" clId="{B0C40B51-835D-4A14-B776-7F7DC54898E9}" dt="2026-02-21T03:01:31.482" v="1259" actId="20577"/>
          <ac:spMkLst>
            <pc:docMk/>
            <pc:sldMk cId="2516000807" sldId="264"/>
            <ac:spMk id="3" creationId="{5D195452-3858-2DA7-C1BD-461C8C056CD0}"/>
          </ac:spMkLst>
        </pc:spChg>
      </pc:sldChg>
      <pc:sldMasterChg chg="modSldLayout">
        <pc:chgData name="郑杰鑫（Jiexin Zheng）" userId="bfee14fc-8a48-41da-8f1e-4c825735a780" providerId="ADAL" clId="{B0C40B51-835D-4A14-B776-7F7DC54898E9}" dt="2026-02-21T02:46:04.547" v="17" actId="14100"/>
        <pc:sldMasterMkLst>
          <pc:docMk/>
          <pc:sldMasterMk cId="1941456655" sldId="2147483648"/>
        </pc:sldMasterMkLst>
        <pc:sldLayoutChg chg="modSp mod">
          <pc:chgData name="郑杰鑫（Jiexin Zheng）" userId="bfee14fc-8a48-41da-8f1e-4c825735a780" providerId="ADAL" clId="{B0C40B51-835D-4A14-B776-7F7DC54898E9}" dt="2026-02-21T02:46:04.547" v="17" actId="14100"/>
          <pc:sldLayoutMkLst>
            <pc:docMk/>
            <pc:sldMasterMk cId="1941456655" sldId="2147483648"/>
            <pc:sldLayoutMk cId="3150048147" sldId="2147483650"/>
          </pc:sldLayoutMkLst>
          <pc:spChg chg="mod">
            <ac:chgData name="郑杰鑫（Jiexin Zheng）" userId="bfee14fc-8a48-41da-8f1e-4c825735a780" providerId="ADAL" clId="{B0C40B51-835D-4A14-B776-7F7DC54898E9}" dt="2026-02-21T02:45:56.656" v="15" actId="14100"/>
            <ac:spMkLst>
              <pc:docMk/>
              <pc:sldMasterMk cId="1941456655" sldId="2147483648"/>
              <pc:sldLayoutMk cId="3150048147" sldId="2147483650"/>
              <ac:spMk id="2" creationId="{7442E518-2BA2-8958-03AD-0C85034C062B}"/>
            </ac:spMkLst>
          </pc:spChg>
          <pc:spChg chg="mod">
            <ac:chgData name="郑杰鑫（Jiexin Zheng）" userId="bfee14fc-8a48-41da-8f1e-4c825735a780" providerId="ADAL" clId="{B0C40B51-835D-4A14-B776-7F7DC54898E9}" dt="2026-02-21T02:46:04.547" v="17" actId="14100"/>
            <ac:spMkLst>
              <pc:docMk/>
              <pc:sldMasterMk cId="1941456655" sldId="2147483648"/>
              <pc:sldLayoutMk cId="3150048147" sldId="2147483650"/>
              <ac:spMk id="3" creationId="{D82B3BF3-47B5-F255-48CD-D3206A903E47}"/>
            </ac:spMkLst>
          </pc:spChg>
        </pc:sldLayoutChg>
      </pc:sldMasterChg>
    </pc:docChg>
  </pc:docChgLst>
  <pc:docChgLst>
    <pc:chgData name="郑杰鑫（Jiexin Zheng）" userId="bfee14fc-8a48-41da-8f1e-4c825735a780" providerId="ADAL" clId="{273E9C30-8A56-0D41-B87E-6E9D993CCE1A}"/>
    <pc:docChg chg="undo custSel modSld">
      <pc:chgData name="郑杰鑫（Jiexin Zheng）" userId="bfee14fc-8a48-41da-8f1e-4c825735a780" providerId="ADAL" clId="{273E9C30-8A56-0D41-B87E-6E9D993CCE1A}" dt="2026-03-05T09:08:09.088" v="420" actId="20577"/>
      <pc:docMkLst>
        <pc:docMk/>
      </pc:docMkLst>
      <pc:sldChg chg="modSp mod">
        <pc:chgData name="郑杰鑫（Jiexin Zheng）" userId="bfee14fc-8a48-41da-8f1e-4c825735a780" providerId="ADAL" clId="{273E9C30-8A56-0D41-B87E-6E9D993CCE1A}" dt="2026-03-05T09:08:09.088" v="420" actId="20577"/>
        <pc:sldMkLst>
          <pc:docMk/>
          <pc:sldMk cId="3236054432" sldId="258"/>
        </pc:sldMkLst>
        <pc:spChg chg="mod">
          <ac:chgData name="郑杰鑫（Jiexin Zheng）" userId="bfee14fc-8a48-41da-8f1e-4c825735a780" providerId="ADAL" clId="{273E9C30-8A56-0D41-B87E-6E9D993CCE1A}" dt="2026-03-05T09:08:09.088" v="420" actId="20577"/>
          <ac:spMkLst>
            <pc:docMk/>
            <pc:sldMk cId="3236054432" sldId="258"/>
            <ac:spMk id="3" creationId="{E0174306-D141-1A43-557F-5D6D9E0DAA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94AB7-4A56-8006-62B1-C29DD3FD8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C7236D-5200-F201-6344-F6089D5D2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D2BB5-96AB-4A4D-6BC0-FBDF142C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BD8EE-18DD-D467-54A2-FCBC8E43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03C66-7357-5F33-EC2F-175C1C3A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7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2E518-2BA2-8958-03AD-0C85034C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45108" cy="76484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B3BF3-47B5-F255-48CD-D3206A90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0264"/>
            <a:ext cx="12102905" cy="541923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922E9-B983-EFFE-1DEC-D306142C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3852C-E7D9-BCCD-7DED-6B50186B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558D52-E27E-E4B3-E78C-CDECF96B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04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EF4D0-9326-810B-E2AB-32F90C02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5F76A-EF8A-7BD0-9DC9-7FFA11E5B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43FBD-21B4-3817-E026-B43DDEE0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24E2A-C7D0-2226-912E-F219DB33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1E417-D949-3F62-32C1-FB5F743F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66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8E2D8-C6AB-059E-3C53-1D48341A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2F18E-2834-5BBC-2588-70385C8A4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9A8B68-0735-05A9-7DFD-20CE7ACD5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382408-9C6C-1332-1776-93AC793D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6B7776-A4C0-D563-F450-A58B8AFF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B0D35-B7BD-FC66-5447-37EF38FE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6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20147-A242-9C47-047A-3A2E9D22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219F8-1B14-3E79-3FF5-507C4198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E9B85D-0292-198E-DE2A-DD3048C88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730CD7-DE98-7728-A749-A4B93D3E8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549F31-A2EB-A8A8-F444-D1F23A7B8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6E260A-C219-0BB9-0177-DB760D20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A7E727-C718-F8A5-37EA-190DBE91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C7C13E-09BF-32D6-212D-677DE0A4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0BBC4-E4FF-3AC0-42EB-A3FC7D91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A714C6-254F-5FF4-0DB5-662C5D73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0C8F0B-21B6-D401-2797-D74FDFB4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3BDB47-F5E4-E0F0-C7EF-B3050C3B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37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229D5-B887-68D0-C012-EC18FBCF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7CAA06-AB5D-69D0-E438-F6734947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4D343-ACBB-DE64-7BA7-1CB40619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7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7E79D-8B0C-7DA8-7FB7-B720FE06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8858AB-2267-7CBB-713C-281E87AAA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7C4573-D0E1-AFA1-27E4-21CEECFFE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8E158B-0839-5242-4D9F-66C0DB52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6B556-6A20-D22C-0216-FA81FCCE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04F197-1BD3-9389-D89A-A32BE493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6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66128-6753-F4CC-56E1-7678B6F0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5BF53D-C452-A3F4-165E-0F787011B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C581D-B695-DCFE-D307-70103F452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A071A-115F-8D8A-7647-B01CA107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A94F5-AACA-6341-FF6F-C66A5CDB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139CD-FEAD-9762-86AD-4CB8F0C1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4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40CE8-8D1C-28AD-B597-14E68714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077C72-7D98-9E21-F6DD-BD90B03DA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5A64C-C571-6B67-FF55-2A2E8FBF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9C1CC-0DCF-5DA2-DB3F-0D94E6E3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692FE-B9FC-7E82-FF7A-1B6A6170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9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6FAE75-A757-3707-6927-65F3BFD7C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BA046A-16D5-C1EE-DC4B-AEAD9DE4B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C3ABF-61B6-88DB-5E3E-875CA831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F215A5-C5BD-D42B-F062-8A097CE5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72627-339A-2E79-097B-05885F7B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66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64F3D6-9D09-EE56-6422-EE2062C3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F958F-3A5F-5920-0C70-E89E4821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1141B-2199-4F2E-8788-322309948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D5F88-0027-415E-969E-A3C562C27ED1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5A17E-8462-4DAC-90AF-84A27831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1801A4-A3F0-4687-9016-9B6AC77DF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45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deepseek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DFEC2-C74D-DFC4-7BBA-ECBB72C7B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95756C-B4D3-B416-762C-631829897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5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7516-9F2A-9537-D562-D3AA3E7C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A49CE-E252-3431-A8E9-05959BC4D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1.1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2979BA-8FBB-8531-5596-F8DBFA20DD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26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EE9A7-2319-F28C-632D-E6AF2EFD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环境准备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5591B-9431-1532-A4F6-8FC8E1E8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在你的电脑上配置</a:t>
            </a:r>
            <a:r>
              <a:rPr lang="en-US" altLang="zh-CN" dirty="0"/>
              <a:t>Python</a:t>
            </a:r>
            <a:r>
              <a:rPr lang="zh-CN" altLang="zh-CN" dirty="0"/>
              <a:t>和</a:t>
            </a:r>
            <a:r>
              <a:rPr lang="en-US" altLang="zh-CN" dirty="0"/>
              <a:t>Trae</a:t>
            </a:r>
            <a:r>
              <a:rPr lang="zh-CN" altLang="zh-CN" dirty="0"/>
              <a:t>工具。配置步骤可参考课程提供的配置文档。</a:t>
            </a:r>
          </a:p>
          <a:p>
            <a:pPr lvl="0"/>
            <a:r>
              <a:rPr lang="zh-CN" altLang="zh-CN" dirty="0"/>
              <a:t>访问 </a:t>
            </a:r>
            <a:r>
              <a:rPr lang="en-US" altLang="zh-CN" u="sng" dirty="0" err="1">
                <a:hlinkClick r:id="rId2"/>
              </a:rPr>
              <a:t>deepseek开放平台</a:t>
            </a:r>
            <a:r>
              <a:rPr lang="en-US" altLang="zh-CN" dirty="0"/>
              <a:t> </a:t>
            </a:r>
            <a:r>
              <a:rPr lang="zh-CN" altLang="zh-CN" dirty="0"/>
              <a:t>（</a:t>
            </a:r>
            <a:r>
              <a:rPr lang="en-US" altLang="zh-CN" dirty="0"/>
              <a:t>https://platform.deepseek.com/</a:t>
            </a:r>
            <a:r>
              <a:rPr lang="zh-CN" altLang="zh-CN" dirty="0"/>
              <a:t>）注册账号，并创建一个</a:t>
            </a:r>
            <a:r>
              <a:rPr lang="en-US" altLang="zh-CN" dirty="0"/>
              <a:t>API Key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b="1" dirty="0"/>
              <a:t>注意</a:t>
            </a:r>
            <a:r>
              <a:rPr lang="zh-CN" altLang="zh-CN" dirty="0"/>
              <a:t>：</a:t>
            </a:r>
            <a:r>
              <a:rPr lang="en-US" altLang="zh-CN" dirty="0"/>
              <a:t>API Key</a:t>
            </a:r>
            <a:r>
              <a:rPr lang="zh-CN" altLang="zh-CN" dirty="0"/>
              <a:t>创建成功后，请务必复制并单独保存。</a:t>
            </a:r>
          </a:p>
          <a:p>
            <a:pPr lvl="1"/>
            <a:r>
              <a:rPr lang="zh-CN" altLang="zh-CN" dirty="0"/>
              <a:t>充值提示：完成本作业大约需要花费</a:t>
            </a:r>
            <a:r>
              <a:rPr lang="en-US" altLang="zh-CN" dirty="0"/>
              <a:t>0.1</a:t>
            </a:r>
            <a:r>
              <a:rPr lang="zh-CN" altLang="zh-CN" dirty="0"/>
              <a:t>元的</a:t>
            </a:r>
            <a:r>
              <a:rPr lang="en-US" altLang="zh-CN" dirty="0"/>
              <a:t>token</a:t>
            </a:r>
            <a:r>
              <a:rPr lang="zh-CN" altLang="zh-CN" dirty="0"/>
              <a:t>，建议提前充值。</a:t>
            </a:r>
          </a:p>
          <a:p>
            <a:pPr lvl="1"/>
            <a:r>
              <a:rPr lang="zh-CN" altLang="zh-CN" dirty="0"/>
              <a:t>如果不方便注册（如没有中国的手机号码、身份证），也可直接使用老师提供的</a:t>
            </a:r>
            <a:r>
              <a:rPr lang="en-US" altLang="zh-CN" dirty="0"/>
              <a:t>API Key</a:t>
            </a:r>
            <a:r>
              <a:rPr lang="zh-CN" altLang="zh-CN" dirty="0"/>
              <a:t>：</a:t>
            </a:r>
            <a:r>
              <a:rPr lang="en-US" altLang="zh-CN" dirty="0"/>
              <a:t> sk-c7ee06dc829547e69ec3b7d826dfdc8b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760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261C-442D-573C-410B-BEBAEC88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BF1DF-E1B0-8BD8-977D-634560BB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环境准备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EE413-5C54-E4FA-1BB4-D8D7AA135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登录</a:t>
            </a:r>
            <a:r>
              <a:rPr lang="en-US" altLang="zh-CN" dirty="0" err="1"/>
              <a:t>deepseek</a:t>
            </a:r>
            <a:r>
              <a:rPr lang="zh-CN" altLang="zh-CN" dirty="0"/>
              <a:t>开放平台后，可在以下界面创建</a:t>
            </a:r>
            <a:r>
              <a:rPr lang="en-US" altLang="zh-CN" dirty="0" err="1"/>
              <a:t>api</a:t>
            </a:r>
            <a:r>
              <a:rPr lang="en-US" altLang="zh-CN" dirty="0"/>
              <a:t> key</a:t>
            </a:r>
            <a:endParaRPr lang="zh-CN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E92B55-CDAC-81A1-ABB6-688B34F65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80" y="1699314"/>
            <a:ext cx="9423924" cy="34593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7B1E8D-69F7-B16E-067E-AC4CED1C204A}"/>
              </a:ext>
            </a:extLst>
          </p:cNvPr>
          <p:cNvSpPr txBox="1"/>
          <p:nvPr/>
        </p:nvSpPr>
        <p:spPr>
          <a:xfrm>
            <a:off x="282023" y="5546009"/>
            <a:ext cx="6219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你也可以选择其他大模型厂商提供的</a:t>
            </a:r>
            <a:r>
              <a:rPr lang="en-US" altLang="zh-CN" dirty="0" err="1"/>
              <a:t>api</a:t>
            </a:r>
            <a:r>
              <a:rPr lang="zh-CN" altLang="en-US" dirty="0"/>
              <a:t>服务。</a:t>
            </a:r>
          </a:p>
        </p:txBody>
      </p:sp>
    </p:spTree>
    <p:extLst>
      <p:ext uri="{BB962C8B-B14F-4D97-AF65-F5344CB8AC3E}">
        <p14:creationId xmlns:p14="http://schemas.microsoft.com/office/powerpoint/2010/main" val="172080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F54A4-BC97-CDEE-782E-D32ECE77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分析任务：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74306-D141-1A43-557F-5D6D9E0DA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使用</a:t>
            </a:r>
            <a:r>
              <a:rPr lang="en-US" altLang="zh-CN" dirty="0"/>
              <a:t>Trae</a:t>
            </a:r>
            <a:r>
              <a:rPr lang="zh-CN" altLang="zh-CN" dirty="0"/>
              <a:t>工具结合</a:t>
            </a:r>
            <a:r>
              <a:rPr lang="en-US" altLang="zh-CN" dirty="0" err="1"/>
              <a:t>Deepseek</a:t>
            </a:r>
            <a:r>
              <a:rPr lang="en-US" altLang="zh-CN" dirty="0"/>
              <a:t> API</a:t>
            </a:r>
            <a:r>
              <a:rPr lang="zh-CN" altLang="zh-CN" dirty="0"/>
              <a:t>，对金融新闻文本进行情感分析，具体步骤如下：</a:t>
            </a:r>
          </a:p>
          <a:p>
            <a:pPr lvl="1"/>
            <a:r>
              <a:rPr lang="zh-CN" altLang="zh-CN" dirty="0"/>
              <a:t>读取数据。 从</a:t>
            </a:r>
            <a:r>
              <a:rPr lang="en-US" altLang="zh-CN" dirty="0"/>
              <a:t> llm_data.csv </a:t>
            </a:r>
            <a:r>
              <a:rPr lang="zh-CN" altLang="zh-CN" dirty="0"/>
              <a:t>文件中读取新闻数据，其中</a:t>
            </a:r>
            <a:r>
              <a:rPr lang="en-US" altLang="zh-CN" dirty="0"/>
              <a:t> text </a:t>
            </a:r>
            <a:r>
              <a:rPr lang="zh-CN" altLang="zh-CN" dirty="0"/>
              <a:t>列是待分析的文本，</a:t>
            </a:r>
            <a:r>
              <a:rPr lang="en-US" altLang="zh-CN" dirty="0"/>
              <a:t>label </a:t>
            </a:r>
            <a:r>
              <a:rPr lang="zh-CN" altLang="zh-CN" dirty="0"/>
              <a:t>列是文本的真实情感标签。</a:t>
            </a:r>
          </a:p>
          <a:p>
            <a:pPr lvl="1"/>
            <a:r>
              <a:rPr lang="zh-CN" altLang="zh-CN" dirty="0"/>
              <a:t>调用</a:t>
            </a:r>
            <a:r>
              <a:rPr lang="en-US" altLang="zh-CN" dirty="0" err="1"/>
              <a:t>Deepseek</a:t>
            </a:r>
            <a:r>
              <a:rPr lang="en-US" altLang="zh-CN" dirty="0"/>
              <a:t> API</a:t>
            </a:r>
            <a:r>
              <a:rPr lang="zh-CN" altLang="zh-CN" dirty="0"/>
              <a:t>进行情感分类。 对每条文本调用</a:t>
            </a:r>
            <a:r>
              <a:rPr lang="en-US" altLang="zh-CN" dirty="0" err="1"/>
              <a:t>Deepseek</a:t>
            </a:r>
            <a:r>
              <a:rPr lang="en-US" altLang="zh-CN" dirty="0"/>
              <a:t> API</a:t>
            </a:r>
            <a:r>
              <a:rPr lang="zh-CN" altLang="zh-CN" dirty="0"/>
              <a:t>，获取情感预测结果。</a:t>
            </a:r>
          </a:p>
          <a:p>
            <a:pPr lvl="1"/>
            <a:r>
              <a:rPr lang="zh-CN" altLang="zh-CN" dirty="0"/>
              <a:t>保存预测结果。将</a:t>
            </a:r>
            <a:r>
              <a:rPr lang="en-US" altLang="zh-CN" dirty="0" err="1"/>
              <a:t>Deepseek</a:t>
            </a:r>
            <a:r>
              <a:rPr lang="zh-CN" altLang="zh-CN" dirty="0"/>
              <a:t>的预测结果新增为一列，命名为</a:t>
            </a:r>
            <a:r>
              <a:rPr lang="en-US" altLang="zh-CN" dirty="0"/>
              <a:t> </a:t>
            </a:r>
            <a:r>
              <a:rPr lang="en-US" altLang="zh-CN" dirty="0" err="1"/>
              <a:t>deepseek_prediction</a:t>
            </a:r>
            <a:r>
              <a:rPr lang="zh-CN" altLang="zh-CN" dirty="0"/>
              <a:t>。</a:t>
            </a:r>
            <a:br>
              <a:rPr lang="en-US" altLang="zh-CN" dirty="0"/>
            </a:br>
            <a:r>
              <a:rPr lang="zh-CN" altLang="zh-CN" dirty="0"/>
              <a:t>最终数据包含三列：</a:t>
            </a:r>
            <a:r>
              <a:rPr lang="en-US" altLang="zh-CN" dirty="0"/>
              <a:t>text</a:t>
            </a:r>
            <a:r>
              <a:rPr lang="zh-CN" altLang="zh-CN" dirty="0"/>
              <a:t>、</a:t>
            </a:r>
            <a:r>
              <a:rPr lang="en-US" altLang="zh-CN" dirty="0"/>
              <a:t>label </a:t>
            </a:r>
            <a:r>
              <a:rPr lang="zh-CN" altLang="zh-CN" dirty="0"/>
              <a:t>和</a:t>
            </a:r>
            <a:r>
              <a:rPr lang="en-US" altLang="zh-CN" dirty="0"/>
              <a:t> </a:t>
            </a:r>
            <a:r>
              <a:rPr lang="en-US" altLang="zh-CN" dirty="0" err="1"/>
              <a:t>deepseek_prediction</a:t>
            </a:r>
            <a:r>
              <a:rPr lang="zh-CN" altLang="zh-CN" dirty="0"/>
              <a:t>，保存为</a:t>
            </a:r>
            <a:r>
              <a:rPr lang="en-US" altLang="zh-CN" dirty="0"/>
              <a:t> data_with_prediction.csv </a:t>
            </a:r>
            <a:r>
              <a:rPr lang="zh-CN" altLang="zh-CN" dirty="0"/>
              <a:t>文件。</a:t>
            </a:r>
          </a:p>
          <a:p>
            <a:pPr lvl="1"/>
            <a:r>
              <a:rPr lang="zh-CN" altLang="zh-CN" dirty="0"/>
              <a:t>实现一个单独的评估预测结果表现的模块。该模块会读取</a:t>
            </a:r>
            <a:r>
              <a:rPr lang="en-US" altLang="zh-CN" dirty="0"/>
              <a:t>data_with_prediction.csv </a:t>
            </a:r>
            <a:r>
              <a:rPr lang="zh-CN" altLang="zh-CN" dirty="0"/>
              <a:t>文件，并且对比</a:t>
            </a:r>
            <a:r>
              <a:rPr lang="en-US" altLang="zh-CN" dirty="0" err="1"/>
              <a:t>deepseek_prediction</a:t>
            </a:r>
            <a:r>
              <a:rPr lang="zh-CN" altLang="zh-CN" dirty="0"/>
              <a:t>和</a:t>
            </a:r>
            <a:r>
              <a:rPr lang="en-US" altLang="zh-CN" dirty="0"/>
              <a:t>label</a:t>
            </a:r>
            <a:r>
              <a:rPr lang="zh-CN" altLang="zh-CN" dirty="0"/>
              <a:t>列的结果，计算准确率。</a:t>
            </a:r>
            <a:endParaRPr lang="en-US" altLang="zh-CN" dirty="0"/>
          </a:p>
          <a:p>
            <a:pPr lvl="1"/>
            <a:r>
              <a:rPr lang="zh-CN" altLang="en-US" dirty="0"/>
              <a:t>识别预测错误的样本；提取最多不超过</a:t>
            </a:r>
            <a:r>
              <a:rPr lang="en-US" altLang="zh-CN" dirty="0"/>
              <a:t>100</a:t>
            </a:r>
            <a:r>
              <a:rPr lang="zh-CN" altLang="en-US" dirty="0"/>
              <a:t>条样本；将错误样本和原始的</a:t>
            </a:r>
            <a:r>
              <a:rPr lang="en-US" altLang="zh-CN" dirty="0"/>
              <a:t>prompt</a:t>
            </a:r>
            <a:r>
              <a:rPr lang="zh-CN" altLang="en-US" dirty="0"/>
              <a:t>作为输入，要求</a:t>
            </a:r>
            <a:r>
              <a:rPr lang="en-US" altLang="zh-CN" dirty="0"/>
              <a:t>LLM</a:t>
            </a:r>
            <a:r>
              <a:rPr lang="zh-CN" altLang="en-US" dirty="0"/>
              <a:t>分析误判原因，并优化原始的</a:t>
            </a:r>
            <a:r>
              <a:rPr lang="en-US" altLang="zh-CN" dirty="0"/>
              <a:t>prompt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基于优化之后的</a:t>
            </a:r>
            <a:r>
              <a:rPr lang="en-US" altLang="zh-CN" dirty="0"/>
              <a:t>prompt</a:t>
            </a:r>
            <a:r>
              <a:rPr lang="zh-CN" altLang="en-US" dirty="0"/>
              <a:t>再做一次</a:t>
            </a:r>
            <a:r>
              <a:rPr lang="zh-CN" altLang="en-US"/>
              <a:t>分析，并记录表现。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05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7FF09-3F13-4206-B1A9-39B8D0FA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1.1</a:t>
            </a:r>
            <a:r>
              <a:rPr lang="zh-CN" altLang="en-US" dirty="0"/>
              <a:t>提交内容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5BBBD-3185-06CD-ED42-86D2396D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请将以下内容整理成一个文件（</a:t>
            </a:r>
            <a:r>
              <a:rPr lang="en-US" altLang="zh-CN" b="1" dirty="0"/>
              <a:t>Word</a:t>
            </a:r>
            <a:r>
              <a:rPr lang="zh-CN" altLang="zh-CN" b="1" dirty="0"/>
              <a:t>或</a:t>
            </a:r>
            <a:r>
              <a:rPr lang="en-US" altLang="zh-CN" b="1" dirty="0"/>
              <a:t>PDF</a:t>
            </a:r>
            <a:r>
              <a:rPr lang="zh-CN" altLang="zh-CN" b="1" dirty="0"/>
              <a:t>文档）提交：</a:t>
            </a:r>
            <a:endParaRPr lang="zh-CN" altLang="zh-CN" dirty="0"/>
          </a:p>
          <a:p>
            <a:pPr lvl="1"/>
            <a:r>
              <a:rPr lang="zh-CN" altLang="zh-CN" dirty="0"/>
              <a:t>在</a:t>
            </a:r>
            <a:r>
              <a:rPr lang="en-US" altLang="zh-CN" dirty="0" err="1"/>
              <a:t>Deepseek</a:t>
            </a:r>
            <a:r>
              <a:rPr lang="zh-CN" altLang="zh-CN" dirty="0"/>
              <a:t>平台注册并创建</a:t>
            </a:r>
            <a:r>
              <a:rPr lang="en-US" altLang="zh-CN" dirty="0"/>
              <a:t>API Key</a:t>
            </a:r>
            <a:r>
              <a:rPr lang="zh-CN" altLang="zh-CN" dirty="0"/>
              <a:t>的截图。 </a:t>
            </a:r>
          </a:p>
          <a:p>
            <a:pPr lvl="1"/>
            <a:r>
              <a:rPr lang="zh-CN" altLang="zh-CN" dirty="0"/>
              <a:t>你发送给</a:t>
            </a:r>
            <a:r>
              <a:rPr lang="en-US" altLang="zh-CN" dirty="0"/>
              <a:t>Trae</a:t>
            </a:r>
            <a:r>
              <a:rPr lang="zh-CN" altLang="zh-CN" dirty="0"/>
              <a:t>的第一个</a:t>
            </a:r>
            <a:r>
              <a:rPr lang="en-US" altLang="zh-CN" dirty="0"/>
              <a:t>prompt</a:t>
            </a:r>
            <a:r>
              <a:rPr lang="zh-CN" altLang="zh-CN" dirty="0"/>
              <a:t>（包含详细指示，能让</a:t>
            </a:r>
            <a:r>
              <a:rPr lang="en-US" altLang="zh-CN" dirty="0"/>
              <a:t>Trae</a:t>
            </a:r>
            <a:r>
              <a:rPr lang="zh-CN" altLang="zh-CN" dirty="0"/>
              <a:t>开始分析）。</a:t>
            </a:r>
          </a:p>
          <a:p>
            <a:pPr lvl="1"/>
            <a:r>
              <a:rPr lang="zh-CN" altLang="zh-CN" dirty="0"/>
              <a:t>代码运行完毕之后，输出的表现评估的结果（对应步骤</a:t>
            </a:r>
            <a:r>
              <a:rPr lang="en-US" altLang="zh-CN" dirty="0"/>
              <a:t>4</a:t>
            </a:r>
            <a:r>
              <a:rPr lang="zh-CN" altLang="zh-CN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文件名取为</a:t>
            </a:r>
            <a:r>
              <a:rPr lang="en-US" altLang="zh-CN" dirty="0"/>
              <a:t>homework1_1</a:t>
            </a:r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r>
              <a:rPr lang="zh-CN" altLang="zh-CN" b="1" dirty="0"/>
              <a:t>其他说明：</a:t>
            </a:r>
            <a:endParaRPr lang="zh-CN" altLang="zh-CN" dirty="0"/>
          </a:p>
          <a:p>
            <a:pPr lvl="1"/>
            <a:r>
              <a:rPr lang="zh-CN" altLang="zh-CN" dirty="0"/>
              <a:t>你可以使用其它</a:t>
            </a:r>
            <a:r>
              <a:rPr lang="en-US" altLang="zh-CN" dirty="0"/>
              <a:t>AI</a:t>
            </a:r>
            <a:r>
              <a:rPr lang="zh-CN" altLang="zh-CN" dirty="0"/>
              <a:t>编程工具（如</a:t>
            </a:r>
            <a:r>
              <a:rPr lang="en-US" altLang="zh-CN" dirty="0"/>
              <a:t>Cursor</a:t>
            </a:r>
            <a:r>
              <a:rPr lang="zh-CN" altLang="zh-CN" dirty="0"/>
              <a:t>）辅助完成作业。</a:t>
            </a:r>
          </a:p>
          <a:p>
            <a:pPr lvl="1"/>
            <a:r>
              <a:rPr lang="zh-CN" altLang="zh-CN" dirty="0"/>
              <a:t>也可以使用其它</a:t>
            </a:r>
            <a:r>
              <a:rPr lang="en-US" altLang="zh-CN" dirty="0"/>
              <a:t>LLM</a:t>
            </a:r>
            <a:r>
              <a:rPr lang="zh-CN" altLang="zh-CN" dirty="0"/>
              <a:t>的</a:t>
            </a:r>
            <a:r>
              <a:rPr lang="en-US" altLang="zh-CN" dirty="0"/>
              <a:t>API</a:t>
            </a:r>
            <a:r>
              <a:rPr lang="zh-CN" altLang="zh-CN" dirty="0"/>
              <a:t>服务（例如</a:t>
            </a:r>
            <a:r>
              <a:rPr lang="en-US" altLang="zh-CN" dirty="0"/>
              <a:t>ChatGPT</a:t>
            </a:r>
            <a:r>
              <a:rPr lang="zh-CN" altLang="zh-CN" dirty="0"/>
              <a:t>）替代</a:t>
            </a:r>
            <a:r>
              <a:rPr lang="en-US" altLang="zh-CN" dirty="0" err="1"/>
              <a:t>Deepseek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85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303E-940E-BF87-2EF8-6F7F0409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3696B-564A-83A9-2F53-F744BCC4B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1.2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4832DB-584C-F939-DBF6-F357F7B75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7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850E-8EF1-37B0-E8BC-5C3EBA4A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7244A-7CC8-2F42-07F1-BE54100F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分析任务：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EBECB-B42B-D2E8-CD63-1143ADB7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使用</a:t>
            </a:r>
            <a:r>
              <a:rPr lang="en-US" altLang="zh-CN" dirty="0"/>
              <a:t>Trae</a:t>
            </a:r>
            <a:r>
              <a:rPr lang="zh-CN" altLang="zh-CN" dirty="0"/>
              <a:t>工具</a:t>
            </a:r>
            <a:r>
              <a:rPr lang="zh-CN" altLang="en-US" dirty="0"/>
              <a:t>构建一个基础的虚假新闻分类模型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读取数据。 从</a:t>
            </a:r>
            <a:r>
              <a:rPr lang="en-US" altLang="zh-CN" dirty="0"/>
              <a:t> fake_news_data.csv </a:t>
            </a:r>
            <a:r>
              <a:rPr lang="zh-CN" altLang="zh-CN" dirty="0"/>
              <a:t>文件中读取数据，其中</a:t>
            </a:r>
            <a:r>
              <a:rPr lang="en-US" altLang="zh-CN" dirty="0"/>
              <a:t> text </a:t>
            </a:r>
            <a:r>
              <a:rPr lang="zh-CN" altLang="zh-CN" dirty="0"/>
              <a:t>列是待分析的文本，</a:t>
            </a:r>
            <a:r>
              <a:rPr lang="en-US" altLang="zh-CN" dirty="0"/>
              <a:t>label </a:t>
            </a:r>
            <a:r>
              <a:rPr lang="zh-CN" altLang="zh-CN" dirty="0"/>
              <a:t>列是文本的</a:t>
            </a:r>
            <a:r>
              <a:rPr lang="zh-CN" altLang="en-US" dirty="0"/>
              <a:t>“谣言”或“真实”的标签</a:t>
            </a:r>
            <a:r>
              <a:rPr lang="zh-CN" altLang="zh-CN" dirty="0"/>
              <a:t>。</a:t>
            </a:r>
          </a:p>
          <a:p>
            <a:pPr lvl="1"/>
            <a:r>
              <a:rPr lang="zh-CN" altLang="en-US" dirty="0"/>
              <a:t>对数据进行预处理</a:t>
            </a:r>
            <a:r>
              <a:rPr lang="zh-CN" altLang="zh-CN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jieba</a:t>
            </a:r>
            <a:r>
              <a:rPr lang="zh-CN" altLang="en-US" dirty="0"/>
              <a:t>分词，将提取出句子中的词汇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label</a:t>
            </a:r>
            <a:r>
              <a:rPr lang="zh-CN" altLang="en-US" dirty="0"/>
              <a:t>从文本转换为</a:t>
            </a:r>
            <a:r>
              <a:rPr lang="en-US" altLang="zh-CN" dirty="0"/>
              <a:t>0,1</a:t>
            </a:r>
            <a:r>
              <a:rPr lang="zh-CN" altLang="en-US" dirty="0"/>
              <a:t>数字。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sklearn</a:t>
            </a:r>
            <a:r>
              <a:rPr lang="zh-CN" altLang="en-US" dirty="0"/>
              <a:t>库中的</a:t>
            </a:r>
            <a:r>
              <a:rPr lang="en-US" altLang="zh-CN" dirty="0"/>
              <a:t>” </a:t>
            </a:r>
            <a:r>
              <a:rPr lang="en-US" altLang="zh-CN" dirty="0" err="1"/>
              <a:t>TfidfVectorizer</a:t>
            </a:r>
            <a:r>
              <a:rPr lang="en-US" altLang="zh-CN" dirty="0"/>
              <a:t>”, </a:t>
            </a:r>
            <a:r>
              <a:rPr lang="zh-CN" altLang="en-US" dirty="0"/>
              <a:t>将文本转换为结构化的向量。</a:t>
            </a:r>
            <a:endParaRPr lang="en-US" altLang="zh-CN" dirty="0"/>
          </a:p>
          <a:p>
            <a:pPr lvl="3"/>
            <a:r>
              <a:rPr lang="zh-CN" altLang="en-US" dirty="0"/>
              <a:t>“</a:t>
            </a:r>
            <a:r>
              <a:rPr lang="en-US" altLang="zh-CN" b="1" dirty="0"/>
              <a:t>from</a:t>
            </a:r>
            <a:r>
              <a:rPr lang="en-US" altLang="zh-CN" dirty="0"/>
              <a:t> </a:t>
            </a:r>
            <a:r>
              <a:rPr lang="en-US" altLang="zh-CN" dirty="0" err="1"/>
              <a:t>sklearn.feature_extraction.text</a:t>
            </a:r>
            <a:r>
              <a:rPr lang="en-US" altLang="zh-CN" dirty="0"/>
              <a:t> </a:t>
            </a:r>
            <a:r>
              <a:rPr lang="en-US" altLang="zh-CN" b="1" dirty="0"/>
              <a:t>import</a:t>
            </a:r>
            <a:r>
              <a:rPr lang="en-US" altLang="zh-CN" dirty="0"/>
              <a:t> </a:t>
            </a:r>
            <a:r>
              <a:rPr lang="en-US" altLang="zh-CN" dirty="0" err="1"/>
              <a:t>TfidfVectorizer</a:t>
            </a:r>
            <a:r>
              <a:rPr lang="zh-CN" altLang="en-US" dirty="0"/>
              <a:t>”</a:t>
            </a:r>
            <a:endParaRPr lang="en-US" altLang="zh-CN" dirty="0"/>
          </a:p>
          <a:p>
            <a:pPr lvl="2"/>
            <a:r>
              <a:rPr lang="zh-CN" altLang="en-US" dirty="0"/>
              <a:t>将数据按</a:t>
            </a:r>
            <a:r>
              <a:rPr lang="en-US" altLang="zh-CN" dirty="0"/>
              <a:t>7</a:t>
            </a:r>
            <a:r>
              <a:rPr lang="zh-CN" altLang="en-US" dirty="0"/>
              <a:t>：</a:t>
            </a:r>
            <a:r>
              <a:rPr lang="en-US" altLang="zh-CN" dirty="0"/>
              <a:t>3</a:t>
            </a:r>
            <a:r>
              <a:rPr lang="zh-CN" altLang="en-US" dirty="0"/>
              <a:t>的比例划分为训练集和测试集。</a:t>
            </a:r>
            <a:endParaRPr lang="en-US" altLang="zh-CN" dirty="0"/>
          </a:p>
          <a:p>
            <a:pPr lvl="2"/>
            <a:r>
              <a:rPr lang="zh-CN" altLang="en-US" dirty="0"/>
              <a:t>使用训练集的数据训练一个基础的分类器，如</a:t>
            </a:r>
            <a:r>
              <a:rPr lang="en-US" altLang="zh-CN" dirty="0"/>
              <a:t>logistic regression </a:t>
            </a:r>
            <a:r>
              <a:rPr lang="zh-CN" altLang="en-US" dirty="0"/>
              <a:t>和 </a:t>
            </a:r>
            <a:r>
              <a:rPr lang="en-US" altLang="zh-CN" dirty="0"/>
              <a:t>naïve bayes</a:t>
            </a:r>
            <a:r>
              <a:rPr lang="zh-CN" altLang="en-US" dirty="0"/>
              <a:t>，并在测试集中验证模型的表现</a:t>
            </a:r>
            <a:endParaRPr lang="en-US" altLang="zh-CN" dirty="0"/>
          </a:p>
          <a:p>
            <a:pPr lvl="3"/>
            <a:r>
              <a:rPr lang="zh-CN" altLang="en-US" dirty="0"/>
              <a:t>可使用“</a:t>
            </a:r>
            <a:r>
              <a:rPr lang="en-US" altLang="zh-CN" i="1" dirty="0"/>
              <a:t>from</a:t>
            </a:r>
            <a:r>
              <a:rPr lang="en-US" altLang="zh-CN" dirty="0"/>
              <a:t> </a:t>
            </a:r>
            <a:r>
              <a:rPr lang="en-US" altLang="zh-CN" dirty="0" err="1"/>
              <a:t>sklearn.metrics</a:t>
            </a:r>
            <a:r>
              <a:rPr lang="en-US" altLang="zh-CN" dirty="0"/>
              <a:t> </a:t>
            </a:r>
            <a:r>
              <a:rPr lang="en-US" altLang="zh-CN" i="1" dirty="0"/>
              <a:t>import</a:t>
            </a:r>
            <a:r>
              <a:rPr lang="en-US" altLang="zh-CN" dirty="0"/>
              <a:t> </a:t>
            </a:r>
            <a:r>
              <a:rPr lang="en-US" altLang="zh-CN" dirty="0" err="1"/>
              <a:t>classification_report</a:t>
            </a:r>
            <a:r>
              <a:rPr lang="zh-CN" altLang="en-US" dirty="0"/>
              <a:t>”计算分析指标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495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D1729-30EA-925C-F99D-9054199D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F89DB-5825-7A6F-B467-8043EBB9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1.2</a:t>
            </a:r>
            <a:r>
              <a:rPr lang="zh-CN" altLang="en-US" dirty="0"/>
              <a:t>提交内容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95452-3858-2DA7-C1BD-461C8C056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包含整个流程的</a:t>
            </a:r>
            <a:r>
              <a:rPr lang="en-US" altLang="zh-CN" dirty="0" err="1"/>
              <a:t>ipynb</a:t>
            </a:r>
            <a:r>
              <a:rPr lang="zh-CN" altLang="en-US" dirty="0"/>
              <a:t>文件，文件名取为</a:t>
            </a:r>
            <a:r>
              <a:rPr lang="en-US" altLang="zh-CN" dirty="0"/>
              <a:t>homework1_2</a:t>
            </a:r>
          </a:p>
          <a:p>
            <a:endParaRPr lang="zh-CN" altLang="zh-CN" dirty="0"/>
          </a:p>
          <a:p>
            <a:r>
              <a:rPr lang="zh-CN" altLang="zh-CN" b="1" dirty="0"/>
              <a:t>其他说明：</a:t>
            </a:r>
            <a:endParaRPr lang="zh-CN" altLang="zh-CN" dirty="0"/>
          </a:p>
          <a:p>
            <a:pPr lvl="1"/>
            <a:r>
              <a:rPr lang="zh-CN" altLang="zh-CN" dirty="0"/>
              <a:t>你可以使用其它</a:t>
            </a:r>
            <a:r>
              <a:rPr lang="en-US" altLang="zh-CN" dirty="0"/>
              <a:t>AI</a:t>
            </a:r>
            <a:r>
              <a:rPr lang="zh-CN" altLang="zh-CN" dirty="0"/>
              <a:t>编程工具（如</a:t>
            </a:r>
            <a:r>
              <a:rPr lang="en-US" altLang="zh-CN" dirty="0"/>
              <a:t>Cursor</a:t>
            </a:r>
            <a:r>
              <a:rPr lang="zh-CN" altLang="zh-CN" dirty="0"/>
              <a:t>）辅助完成作业。</a:t>
            </a:r>
            <a:endParaRPr lang="en-US" altLang="zh-CN" dirty="0"/>
          </a:p>
          <a:p>
            <a:pPr lvl="1"/>
            <a:r>
              <a:rPr lang="zh-CN" altLang="en-US" dirty="0"/>
              <a:t>除了</a:t>
            </a:r>
            <a:r>
              <a:rPr lang="en-US" altLang="zh-CN" dirty="0" err="1"/>
              <a:t>jieba</a:t>
            </a:r>
            <a:r>
              <a:rPr lang="zh-CN" altLang="en-US" dirty="0"/>
              <a:t>之外，你也可以使用其他预处理方法。</a:t>
            </a:r>
            <a:endParaRPr lang="zh-CN" altLang="zh-CN" dirty="0"/>
          </a:p>
          <a:p>
            <a:pPr lvl="1"/>
            <a:r>
              <a:rPr lang="zh-CN" altLang="en-US" dirty="0"/>
              <a:t>请将</a:t>
            </a:r>
            <a:r>
              <a:rPr lang="en-US" altLang="zh-CN" dirty="0"/>
              <a:t>homework 1.1 </a:t>
            </a:r>
            <a:r>
              <a:rPr lang="zh-CN" altLang="en-US" dirty="0"/>
              <a:t>和 </a:t>
            </a:r>
            <a:r>
              <a:rPr lang="en-US" altLang="zh-CN" dirty="0"/>
              <a:t>homework 1.2</a:t>
            </a:r>
            <a:r>
              <a:rPr lang="zh-CN" altLang="en-US" dirty="0"/>
              <a:t>的文件打包在一个压缩包后提交到课程网。</a:t>
            </a:r>
            <a:endParaRPr lang="en-US" altLang="zh-CN" dirty="0"/>
          </a:p>
          <a:p>
            <a:pPr lvl="1"/>
            <a:r>
              <a:rPr lang="en-US" altLang="zh-CN" dirty="0"/>
              <a:t>DDL: </a:t>
            </a:r>
            <a:r>
              <a:rPr lang="zh-CN" altLang="en-US"/>
              <a:t>第三周上课前。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600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702</Words>
  <Application>Microsoft Macintosh PowerPoint</Application>
  <PresentationFormat>宽屏</PresentationFormat>
  <Paragraphs>50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Homework 1</vt:lpstr>
      <vt:lpstr>Homework 1.1</vt:lpstr>
      <vt:lpstr>环境准备</vt:lpstr>
      <vt:lpstr>环境准备</vt:lpstr>
      <vt:lpstr>分析任务：</vt:lpstr>
      <vt:lpstr>作业1.1提交内容</vt:lpstr>
      <vt:lpstr>Homework 1.2</vt:lpstr>
      <vt:lpstr>分析任务：</vt:lpstr>
      <vt:lpstr>作业1.2提交内容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郑杰鑫（Jiexin Zheng）</dc:creator>
  <cp:lastModifiedBy>郑杰鑫（Jiexin Zheng）</cp:lastModifiedBy>
  <cp:revision>1</cp:revision>
  <dcterms:created xsi:type="dcterms:W3CDTF">2026-02-21T02:44:06Z</dcterms:created>
  <dcterms:modified xsi:type="dcterms:W3CDTF">2026-03-05T09:08:10Z</dcterms:modified>
</cp:coreProperties>
</file>