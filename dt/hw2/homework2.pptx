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0" r:id="rId4"/>
    <p:sldId id="271" r:id="rId5"/>
    <p:sldId id="272" r:id="rId6"/>
    <p:sldId id="262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1DC42-5F49-4A52-8E2C-774FBDBC3D2F}" v="157" dt="2026-03-18T09:41:58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8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郑杰鑫（Jiexin Zheng）" userId="bfee14fc-8a48-41da-8f1e-4c825735a780" providerId="ADAL" clId="{B0C40B51-835D-4A14-B776-7F7DC54898E9}"/>
    <pc:docChg chg="undo custSel addSld delSld modSld modMainMaster">
      <pc:chgData name="郑杰鑫（Jiexin Zheng）" userId="bfee14fc-8a48-41da-8f1e-4c825735a780" providerId="ADAL" clId="{B0C40B51-835D-4A14-B776-7F7DC54898E9}" dt="2026-02-23T04:42:53.805" v="3704" actId="1076"/>
      <pc:docMkLst>
        <pc:docMk/>
      </pc:docMkLst>
      <pc:sldChg chg="modSp new mod">
        <pc:chgData name="郑杰鑫（Jiexin Zheng）" userId="bfee14fc-8a48-41da-8f1e-4c825735a780" providerId="ADAL" clId="{B0C40B51-835D-4A14-B776-7F7DC54898E9}" dt="2026-02-21T03:37:10.573" v="1260" actId="20577"/>
        <pc:sldMkLst>
          <pc:docMk/>
          <pc:sldMk cId="2621154341" sldId="256"/>
        </pc:sldMkLst>
        <pc:spChg chg="mod">
          <ac:chgData name="郑杰鑫（Jiexin Zheng）" userId="bfee14fc-8a48-41da-8f1e-4c825735a780" providerId="ADAL" clId="{B0C40B51-835D-4A14-B776-7F7DC54898E9}" dt="2026-02-21T03:37:10.573" v="1260" actId="20577"/>
          <ac:spMkLst>
            <pc:docMk/>
            <pc:sldMk cId="2621154341" sldId="256"/>
            <ac:spMk id="2" creationId="{B0EDFEC2-C74D-DFC4-7BBA-ECBB72C7B990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3:37:12.615" v="1261" actId="20577"/>
        <pc:sldMkLst>
          <pc:docMk/>
          <pc:sldMk cId="1355260089" sldId="261"/>
        </pc:sldMkLst>
        <pc:spChg chg="mod">
          <ac:chgData name="郑杰鑫（Jiexin Zheng）" userId="bfee14fc-8a48-41da-8f1e-4c825735a780" providerId="ADAL" clId="{B0C40B51-835D-4A14-B776-7F7DC54898E9}" dt="2026-02-21T03:37:12.615" v="1261" actId="20577"/>
          <ac:spMkLst>
            <pc:docMk/>
            <pc:sldMk cId="1355260089" sldId="261"/>
            <ac:spMk id="2" creationId="{618A49CE-E252-3431-A8E9-05959BC4DE74}"/>
          </ac:spMkLst>
        </pc:spChg>
      </pc:sldChg>
      <pc:sldChg chg="modSp add mod">
        <pc:chgData name="郑杰鑫（Jiexin Zheng）" userId="bfee14fc-8a48-41da-8f1e-4c825735a780" providerId="ADAL" clId="{B0C40B51-835D-4A14-B776-7F7DC54898E9}" dt="2026-02-21T03:53:14.014" v="2926" actId="20577"/>
        <pc:sldMkLst>
          <pc:docMk/>
          <pc:sldMk cId="1857679523" sldId="262"/>
        </pc:sldMkLst>
        <pc:spChg chg="mod">
          <ac:chgData name="郑杰鑫（Jiexin Zheng）" userId="bfee14fc-8a48-41da-8f1e-4c825735a780" providerId="ADAL" clId="{B0C40B51-835D-4A14-B776-7F7DC54898E9}" dt="2026-02-21T03:53:14.014" v="2926" actId="20577"/>
          <ac:spMkLst>
            <pc:docMk/>
            <pc:sldMk cId="1857679523" sldId="262"/>
            <ac:spMk id="2" creationId="{0763696B-564A-83A9-2F53-F744BCC4B244}"/>
          </ac:spMkLst>
        </pc:spChg>
      </pc:sldChg>
      <pc:sldMasterChg chg="modSldLayout">
        <pc:chgData name="郑杰鑫（Jiexin Zheng）" userId="bfee14fc-8a48-41da-8f1e-4c825735a780" providerId="ADAL" clId="{B0C40B51-835D-4A14-B776-7F7DC54898E9}" dt="2026-02-21T02:46:04.547" v="17" actId="14100"/>
        <pc:sldMasterMkLst>
          <pc:docMk/>
          <pc:sldMasterMk cId="1941456655" sldId="2147483648"/>
        </pc:sldMasterMkLst>
        <pc:sldLayoutChg chg="modSp mod">
          <pc:chgData name="郑杰鑫（Jiexin Zheng）" userId="bfee14fc-8a48-41da-8f1e-4c825735a780" providerId="ADAL" clId="{B0C40B51-835D-4A14-B776-7F7DC54898E9}" dt="2026-02-21T02:46:04.547" v="17" actId="14100"/>
          <pc:sldLayoutMkLst>
            <pc:docMk/>
            <pc:sldMasterMk cId="1941456655" sldId="2147483648"/>
            <pc:sldLayoutMk cId="3150048147" sldId="2147483650"/>
          </pc:sldLayoutMkLst>
          <pc:spChg chg="mod">
            <ac:chgData name="郑杰鑫（Jiexin Zheng）" userId="bfee14fc-8a48-41da-8f1e-4c825735a780" providerId="ADAL" clId="{B0C40B51-835D-4A14-B776-7F7DC54898E9}" dt="2026-02-21T02:45:56.656" v="15" actId="14100"/>
            <ac:spMkLst>
              <pc:docMk/>
              <pc:sldMasterMk cId="1941456655" sldId="2147483648"/>
              <pc:sldLayoutMk cId="3150048147" sldId="2147483650"/>
              <ac:spMk id="2" creationId="{7442E518-2BA2-8958-03AD-0C85034C062B}"/>
            </ac:spMkLst>
          </pc:spChg>
          <pc:spChg chg="mod">
            <ac:chgData name="郑杰鑫（Jiexin Zheng）" userId="bfee14fc-8a48-41da-8f1e-4c825735a780" providerId="ADAL" clId="{B0C40B51-835D-4A14-B776-7F7DC54898E9}" dt="2026-02-21T02:46:04.547" v="17" actId="14100"/>
            <ac:spMkLst>
              <pc:docMk/>
              <pc:sldMasterMk cId="1941456655" sldId="2147483648"/>
              <pc:sldLayoutMk cId="3150048147" sldId="2147483650"/>
              <ac:spMk id="3" creationId="{D82B3BF3-47B5-F255-48CD-D3206A903E47}"/>
            </ac:spMkLst>
          </pc:spChg>
        </pc:sldLayoutChg>
      </pc:sldMasterChg>
    </pc:docChg>
  </pc:docChgLst>
  <pc:docChgLst>
    <pc:chgData name="郑杰鑫（Jiexin Zheng）" userId="bfee14fc-8a48-41da-8f1e-4c825735a780" providerId="ADAL" clId="{237BC38A-64DF-4465-B3CF-4A4DB144BCC7}"/>
    <pc:docChg chg="undo custSel addSld delSld modSld">
      <pc:chgData name="郑杰鑫（Jiexin Zheng）" userId="bfee14fc-8a48-41da-8f1e-4c825735a780" providerId="ADAL" clId="{237BC38A-64DF-4465-B3CF-4A4DB144BCC7}" dt="2026-03-18T09:41:58.474" v="615"/>
      <pc:docMkLst>
        <pc:docMk/>
      </pc:docMkLst>
      <pc:sldChg chg="modSp del mod">
        <pc:chgData name="郑杰鑫（Jiexin Zheng）" userId="bfee14fc-8a48-41da-8f1e-4c825735a780" providerId="ADAL" clId="{237BC38A-64DF-4465-B3CF-4A4DB144BCC7}" dt="2026-03-18T09:27:56.096" v="321" actId="47"/>
        <pc:sldMkLst>
          <pc:docMk/>
          <pc:sldMk cId="3236054432" sldId="258"/>
        </pc:sldMkLst>
        <pc:spChg chg="mod">
          <ac:chgData name="郑杰鑫（Jiexin Zheng）" userId="bfee14fc-8a48-41da-8f1e-4c825735a780" providerId="ADAL" clId="{237BC38A-64DF-4465-B3CF-4A4DB144BCC7}" dt="2026-03-18T09:06:24.027" v="23"/>
          <ac:spMkLst>
            <pc:docMk/>
            <pc:sldMk cId="3236054432" sldId="258"/>
            <ac:spMk id="3" creationId="{E0174306-D141-1A43-557F-5D6D9E0DAA16}"/>
          </ac:spMkLst>
        </pc:spChg>
      </pc:sldChg>
      <pc:sldChg chg="delSp modSp del mod">
        <pc:chgData name="郑杰鑫（Jiexin Zheng）" userId="bfee14fc-8a48-41da-8f1e-4c825735a780" providerId="ADAL" clId="{237BC38A-64DF-4465-B3CF-4A4DB144BCC7}" dt="2026-03-18T09:33:05.861" v="385" actId="47"/>
        <pc:sldMkLst>
          <pc:docMk/>
          <pc:sldMk cId="1514958346" sldId="263"/>
        </pc:sldMkLst>
        <pc:spChg chg="mod">
          <ac:chgData name="郑杰鑫（Jiexin Zheng）" userId="bfee14fc-8a48-41da-8f1e-4c825735a780" providerId="ADAL" clId="{237BC38A-64DF-4465-B3CF-4A4DB144BCC7}" dt="2026-03-18T09:28:23.782" v="325"/>
          <ac:spMkLst>
            <pc:docMk/>
            <pc:sldMk cId="1514958346" sldId="263"/>
            <ac:spMk id="2" creationId="{44F7244A-7CC8-2F42-07F1-BE54100FB27D}"/>
          </ac:spMkLst>
        </pc:spChg>
        <pc:spChg chg="mod">
          <ac:chgData name="郑杰鑫（Jiexin Zheng）" userId="bfee14fc-8a48-41da-8f1e-4c825735a780" providerId="ADAL" clId="{237BC38A-64DF-4465-B3CF-4A4DB144BCC7}" dt="2026-03-18T09:11:15.475" v="76" actId="20577"/>
          <ac:spMkLst>
            <pc:docMk/>
            <pc:sldMk cId="1514958346" sldId="263"/>
            <ac:spMk id="3" creationId="{C55EBECB-B42B-D2E8-CD63-1143ADB73371}"/>
          </ac:spMkLst>
        </pc:spChg>
        <pc:picChg chg="del">
          <ac:chgData name="郑杰鑫（Jiexin Zheng）" userId="bfee14fc-8a48-41da-8f1e-4c825735a780" providerId="ADAL" clId="{237BC38A-64DF-4465-B3CF-4A4DB144BCC7}" dt="2026-03-18T09:10:21.608" v="27" actId="478"/>
          <ac:picMkLst>
            <pc:docMk/>
            <pc:sldMk cId="1514958346" sldId="263"/>
            <ac:picMk id="7" creationId="{1AEBFC73-7DB3-160F-8DE2-672F965E054D}"/>
          </ac:picMkLst>
        </pc:picChg>
      </pc:sldChg>
      <pc:sldChg chg="modSp del mod">
        <pc:chgData name="郑杰鑫（Jiexin Zheng）" userId="bfee14fc-8a48-41da-8f1e-4c825735a780" providerId="ADAL" clId="{237BC38A-64DF-4465-B3CF-4A4DB144BCC7}" dt="2026-03-18T09:33:06.357" v="386" actId="47"/>
        <pc:sldMkLst>
          <pc:docMk/>
          <pc:sldMk cId="2516000807" sldId="264"/>
        </pc:sldMkLst>
        <pc:spChg chg="mod">
          <ac:chgData name="郑杰鑫（Jiexin Zheng）" userId="bfee14fc-8a48-41da-8f1e-4c825735a780" providerId="ADAL" clId="{237BC38A-64DF-4465-B3CF-4A4DB144BCC7}" dt="2026-03-18T08:51:58.385" v="5" actId="13926"/>
          <ac:spMkLst>
            <pc:docMk/>
            <pc:sldMk cId="2516000807" sldId="264"/>
            <ac:spMk id="3" creationId="{5D195452-3858-2DA7-C1BD-461C8C056CD0}"/>
          </ac:spMkLst>
        </pc:spChg>
      </pc:sldChg>
      <pc:sldChg chg="del">
        <pc:chgData name="郑杰鑫（Jiexin Zheng）" userId="bfee14fc-8a48-41da-8f1e-4c825735a780" providerId="ADAL" clId="{237BC38A-64DF-4465-B3CF-4A4DB144BCC7}" dt="2026-03-18T09:27:51.576" v="320" actId="47"/>
        <pc:sldMkLst>
          <pc:docMk/>
          <pc:sldMk cId="1516677419" sldId="265"/>
        </pc:sldMkLst>
      </pc:sldChg>
      <pc:sldChg chg="new del">
        <pc:chgData name="郑杰鑫（Jiexin Zheng）" userId="bfee14fc-8a48-41da-8f1e-4c825735a780" providerId="ADAL" clId="{237BC38A-64DF-4465-B3CF-4A4DB144BCC7}" dt="2026-03-18T09:33:07.135" v="387" actId="47"/>
        <pc:sldMkLst>
          <pc:docMk/>
          <pc:sldMk cId="2827373296" sldId="266"/>
        </pc:sldMkLst>
      </pc:sldChg>
      <pc:sldChg chg="modSp new del mod">
        <pc:chgData name="郑杰鑫（Jiexin Zheng）" userId="bfee14fc-8a48-41da-8f1e-4c825735a780" providerId="ADAL" clId="{237BC38A-64DF-4465-B3CF-4A4DB144BCC7}" dt="2026-03-18T09:28:31.920" v="326" actId="2696"/>
        <pc:sldMkLst>
          <pc:docMk/>
          <pc:sldMk cId="2954607149" sldId="267"/>
        </pc:sldMkLst>
        <pc:spChg chg="mod">
          <ac:chgData name="郑杰鑫（Jiexin Zheng）" userId="bfee14fc-8a48-41da-8f1e-4c825735a780" providerId="ADAL" clId="{237BC38A-64DF-4465-B3CF-4A4DB144BCC7}" dt="2026-03-18T09:21:05.895" v="81"/>
          <ac:spMkLst>
            <pc:docMk/>
            <pc:sldMk cId="2954607149" sldId="267"/>
            <ac:spMk id="2" creationId="{C87EDE73-7449-1425-6F51-0DCAFADE7E8B}"/>
          </ac:spMkLst>
        </pc:spChg>
        <pc:spChg chg="mod">
          <ac:chgData name="郑杰鑫（Jiexin Zheng）" userId="bfee14fc-8a48-41da-8f1e-4c825735a780" providerId="ADAL" clId="{237BC38A-64DF-4465-B3CF-4A4DB144BCC7}" dt="2026-03-18T09:24:13.203" v="156" actId="20577"/>
          <ac:spMkLst>
            <pc:docMk/>
            <pc:sldMk cId="2954607149" sldId="267"/>
            <ac:spMk id="3" creationId="{32140FAF-CA76-6A35-CD45-974D6E77C39D}"/>
          </ac:spMkLst>
        </pc:spChg>
      </pc:sldChg>
      <pc:sldChg chg="modSp add del mod">
        <pc:chgData name="郑杰鑫（Jiexin Zheng）" userId="bfee14fc-8a48-41da-8f1e-4c825735a780" providerId="ADAL" clId="{237BC38A-64DF-4465-B3CF-4A4DB144BCC7}" dt="2026-03-18T09:28:31.920" v="326" actId="2696"/>
        <pc:sldMkLst>
          <pc:docMk/>
          <pc:sldMk cId="2827594103" sldId="268"/>
        </pc:sldMkLst>
        <pc:spChg chg="mod">
          <ac:chgData name="郑杰鑫（Jiexin Zheng）" userId="bfee14fc-8a48-41da-8f1e-4c825735a780" providerId="ADAL" clId="{237BC38A-64DF-4465-B3CF-4A4DB144BCC7}" dt="2026-03-18T09:27:01.045" v="312" actId="21"/>
          <ac:spMkLst>
            <pc:docMk/>
            <pc:sldMk cId="2827594103" sldId="268"/>
            <ac:spMk id="3" creationId="{AC8A636E-182A-E807-2D0F-31C982869AC6}"/>
          </ac:spMkLst>
        </pc:spChg>
      </pc:sldChg>
      <pc:sldChg chg="new del">
        <pc:chgData name="郑杰鑫（Jiexin Zheng）" userId="bfee14fc-8a48-41da-8f1e-4c825735a780" providerId="ADAL" clId="{237BC38A-64DF-4465-B3CF-4A4DB144BCC7}" dt="2026-03-18T09:21:03.899" v="80" actId="680"/>
        <pc:sldMkLst>
          <pc:docMk/>
          <pc:sldMk cId="4053624336" sldId="268"/>
        </pc:sldMkLst>
      </pc:sldChg>
      <pc:sldChg chg="modSp add del mod">
        <pc:chgData name="郑杰鑫（Jiexin Zheng）" userId="bfee14fc-8a48-41da-8f1e-4c825735a780" providerId="ADAL" clId="{237BC38A-64DF-4465-B3CF-4A4DB144BCC7}" dt="2026-03-18T09:28:31.920" v="326" actId="2696"/>
        <pc:sldMkLst>
          <pc:docMk/>
          <pc:sldMk cId="3141174256" sldId="269"/>
        </pc:sldMkLst>
        <pc:spChg chg="mod">
          <ac:chgData name="郑杰鑫（Jiexin Zheng）" userId="bfee14fc-8a48-41da-8f1e-4c825735a780" providerId="ADAL" clId="{237BC38A-64DF-4465-B3CF-4A4DB144BCC7}" dt="2026-03-18T09:27:38.081" v="318" actId="20577"/>
          <ac:spMkLst>
            <pc:docMk/>
            <pc:sldMk cId="3141174256" sldId="269"/>
            <ac:spMk id="3" creationId="{55DF3B30-CB83-7D87-231C-1A204B1507D4}"/>
          </ac:spMkLst>
        </pc:spChg>
      </pc:sldChg>
      <pc:sldChg chg="modSp add mod">
        <pc:chgData name="郑杰鑫（Jiexin Zheng）" userId="bfee14fc-8a48-41da-8f1e-4c825735a780" providerId="ADAL" clId="{237BC38A-64DF-4465-B3CF-4A4DB144BCC7}" dt="2026-03-18T09:28:04.881" v="324" actId="20577"/>
        <pc:sldMkLst>
          <pc:docMk/>
          <pc:sldMk cId="26748945" sldId="270"/>
        </pc:sldMkLst>
        <pc:spChg chg="mod">
          <ac:chgData name="郑杰鑫（Jiexin Zheng）" userId="bfee14fc-8a48-41da-8f1e-4c825735a780" providerId="ADAL" clId="{237BC38A-64DF-4465-B3CF-4A4DB144BCC7}" dt="2026-03-18T09:28:04.881" v="324" actId="20577"/>
          <ac:spMkLst>
            <pc:docMk/>
            <pc:sldMk cId="26748945" sldId="270"/>
            <ac:spMk id="3" creationId="{4ADB0D46-F3C9-1E21-7871-E749BF32CE93}"/>
          </ac:spMkLst>
        </pc:spChg>
      </pc:sldChg>
      <pc:sldChg chg="add">
        <pc:chgData name="郑杰鑫（Jiexin Zheng）" userId="bfee14fc-8a48-41da-8f1e-4c825735a780" providerId="ADAL" clId="{237BC38A-64DF-4465-B3CF-4A4DB144BCC7}" dt="2026-03-18T09:27:49.483" v="319"/>
        <pc:sldMkLst>
          <pc:docMk/>
          <pc:sldMk cId="2285167445" sldId="271"/>
        </pc:sldMkLst>
      </pc:sldChg>
      <pc:sldChg chg="add">
        <pc:chgData name="郑杰鑫（Jiexin Zheng）" userId="bfee14fc-8a48-41da-8f1e-4c825735a780" providerId="ADAL" clId="{237BC38A-64DF-4465-B3CF-4A4DB144BCC7}" dt="2026-03-18T09:27:49.483" v="319"/>
        <pc:sldMkLst>
          <pc:docMk/>
          <pc:sldMk cId="1732710105" sldId="272"/>
        </pc:sldMkLst>
      </pc:sldChg>
      <pc:sldChg chg="new del">
        <pc:chgData name="郑杰鑫（Jiexin Zheng）" userId="bfee14fc-8a48-41da-8f1e-4c825735a780" providerId="ADAL" clId="{237BC38A-64DF-4465-B3CF-4A4DB144BCC7}" dt="2026-03-18T09:33:07.982" v="388" actId="47"/>
        <pc:sldMkLst>
          <pc:docMk/>
          <pc:sldMk cId="1893806343" sldId="273"/>
        </pc:sldMkLst>
      </pc:sldChg>
      <pc:sldChg chg="modSp add mod">
        <pc:chgData name="郑杰鑫（Jiexin Zheng）" userId="bfee14fc-8a48-41da-8f1e-4c825735a780" providerId="ADAL" clId="{237BC38A-64DF-4465-B3CF-4A4DB144BCC7}" dt="2026-03-18T09:34:17.728" v="478" actId="20577"/>
        <pc:sldMkLst>
          <pc:docMk/>
          <pc:sldMk cId="2380925474" sldId="274"/>
        </pc:sldMkLst>
        <pc:spChg chg="mod">
          <ac:chgData name="郑杰鑫（Jiexin Zheng）" userId="bfee14fc-8a48-41da-8f1e-4c825735a780" providerId="ADAL" clId="{237BC38A-64DF-4465-B3CF-4A4DB144BCC7}" dt="2026-03-18T09:34:17.728" v="478" actId="20577"/>
          <ac:spMkLst>
            <pc:docMk/>
            <pc:sldMk cId="2380925474" sldId="274"/>
            <ac:spMk id="3" creationId="{81693F90-2E96-FCE5-6A68-4C05D69D5947}"/>
          </ac:spMkLst>
        </pc:spChg>
      </pc:sldChg>
      <pc:sldChg chg="modSp add mod">
        <pc:chgData name="郑杰鑫（Jiexin Zheng）" userId="bfee14fc-8a48-41da-8f1e-4c825735a780" providerId="ADAL" clId="{237BC38A-64DF-4465-B3CF-4A4DB144BCC7}" dt="2026-03-18T09:41:58.474" v="615"/>
        <pc:sldMkLst>
          <pc:docMk/>
          <pc:sldMk cId="1387261160" sldId="275"/>
        </pc:sldMkLst>
        <pc:spChg chg="mod">
          <ac:chgData name="郑杰鑫（Jiexin Zheng）" userId="bfee14fc-8a48-41da-8f1e-4c825735a780" providerId="ADAL" clId="{237BC38A-64DF-4465-B3CF-4A4DB144BCC7}" dt="2026-03-18T09:41:58.474" v="615"/>
          <ac:spMkLst>
            <pc:docMk/>
            <pc:sldMk cId="1387261160" sldId="275"/>
            <ac:spMk id="3" creationId="{A365E2F9-3B7E-1E9C-7F47-2F0CA740F4DE}"/>
          </ac:spMkLst>
        </pc:spChg>
      </pc:sldChg>
      <pc:sldChg chg="modSp add mod">
        <pc:chgData name="郑杰鑫（Jiexin Zheng）" userId="bfee14fc-8a48-41da-8f1e-4c825735a780" providerId="ADAL" clId="{237BC38A-64DF-4465-B3CF-4A4DB144BCC7}" dt="2026-03-18T09:33:19.573" v="391" actId="20577"/>
        <pc:sldMkLst>
          <pc:docMk/>
          <pc:sldMk cId="1638374391" sldId="276"/>
        </pc:sldMkLst>
        <pc:spChg chg="mod">
          <ac:chgData name="郑杰鑫（Jiexin Zheng）" userId="bfee14fc-8a48-41da-8f1e-4c825735a780" providerId="ADAL" clId="{237BC38A-64DF-4465-B3CF-4A4DB144BCC7}" dt="2026-03-18T09:33:19.573" v="391" actId="20577"/>
          <ac:spMkLst>
            <pc:docMk/>
            <pc:sldMk cId="1638374391" sldId="276"/>
            <ac:spMk id="3" creationId="{6E09D974-0CAB-3440-3C6E-0654663201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94AB7-4A56-8006-62B1-C29DD3FD8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C7236D-5200-F201-6344-F6089D5D2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D2BB5-96AB-4A4D-6BC0-FBDF142C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BD8EE-18DD-D467-54A2-FCBC8E43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03C66-7357-5F33-EC2F-175C1C3A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7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2E518-2BA2-8958-03AD-0C85034C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45108" cy="76484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B3BF3-47B5-F255-48CD-D3206A90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0264"/>
            <a:ext cx="12102905" cy="541923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922E9-B983-EFFE-1DEC-D306142C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3852C-E7D9-BCCD-7DED-6B50186B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558D52-E27E-E4B3-E78C-CDECF96B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04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EF4D0-9326-810B-E2AB-32F90C02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5F76A-EF8A-7BD0-9DC9-7FFA11E5B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43FBD-21B4-3817-E026-B43DDEE0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24E2A-C7D0-2226-912E-F219DB33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1E417-D949-3F62-32C1-FB5F743F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66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8E2D8-C6AB-059E-3C53-1D48341A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2F18E-2834-5BBC-2588-70385C8A4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9A8B68-0735-05A9-7DFD-20CE7ACD5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382408-9C6C-1332-1776-93AC793D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6B7776-A4C0-D563-F450-A58B8AFF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B0D35-B7BD-FC66-5447-37EF38FE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6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20147-A242-9C47-047A-3A2E9D22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219F8-1B14-3E79-3FF5-507C4198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E9B85D-0292-198E-DE2A-DD3048C88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730CD7-DE98-7728-A749-A4B93D3E8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549F31-A2EB-A8A8-F444-D1F23A7B8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6E260A-C219-0BB9-0177-DB760D20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A7E727-C718-F8A5-37EA-190DBE91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C7C13E-09BF-32D6-212D-677DE0A4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0BBC4-E4FF-3AC0-42EB-A3FC7D91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A714C6-254F-5FF4-0DB5-662C5D73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0C8F0B-21B6-D401-2797-D74FDFB4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3BDB47-F5E4-E0F0-C7EF-B3050C3B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37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229D5-B887-68D0-C012-EC18FBCF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7CAA06-AB5D-69D0-E438-F6734947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4D343-ACBB-DE64-7BA7-1CB40619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7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7E79D-8B0C-7DA8-7FB7-B720FE06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8858AB-2267-7CBB-713C-281E87AAA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7C4573-D0E1-AFA1-27E4-21CEECFFE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8E158B-0839-5242-4D9F-66C0DB52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6B556-6A20-D22C-0216-FA81FCCE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04F197-1BD3-9389-D89A-A32BE493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6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66128-6753-F4CC-56E1-7678B6F0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5BF53D-C452-A3F4-165E-0F787011B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C581D-B695-DCFE-D307-70103F452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A071A-115F-8D8A-7647-B01CA107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A94F5-AACA-6341-FF6F-C66A5CDB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139CD-FEAD-9762-86AD-4CB8F0C1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4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40CE8-8D1C-28AD-B597-14E68714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077C72-7D98-9E21-F6DD-BD90B03DA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5A64C-C571-6B67-FF55-2A2E8FBF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9C1CC-0DCF-5DA2-DB3F-0D94E6E3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692FE-B9FC-7E82-FF7A-1B6A6170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9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6FAE75-A757-3707-6927-65F3BFD7C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BA046A-16D5-C1EE-DC4B-AEAD9DE4B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C3ABF-61B6-88DB-5E3E-875CA831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F215A5-C5BD-D42B-F062-8A097CE5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72627-339A-2E79-097B-05885F7B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66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64F3D6-9D09-EE56-6422-EE2062C3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F958F-3A5F-5920-0C70-E89E4821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1141B-2199-4F2E-8788-322309948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D5F88-0027-415E-969E-A3C562C27ED1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5A17E-8462-4DAC-90AF-84A27831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1801A4-A3F0-4687-9016-9B6AC77DF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57B74-A409-4F6B-B881-CADB2B3FD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45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python/python-reg-expression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DFEC2-C74D-DFC4-7BBA-ECBB72C7B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95756C-B4D3-B416-762C-631829897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5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7516-9F2A-9537-D562-D3AA3E7C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A49CE-E252-3431-A8E9-05959BC4D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2.1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2979BA-8FBB-8531-5596-F8DBFA20DD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26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DB425-18AA-B83C-9964-57C4F627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725AE-167E-FE4E-1219-252BF879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基于正则表达式的年报文本清洗与结构化提取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B0D46-F3C9-1E21-7871-E749BF32C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任务背景</a:t>
            </a:r>
            <a:endParaRPr lang="en-US" altLang="zh-CN" dirty="0"/>
          </a:p>
          <a:p>
            <a:pPr lvl="1"/>
            <a:r>
              <a:rPr lang="zh-CN" altLang="en-US" dirty="0"/>
              <a:t>在金融文本分析中，美国上市公司年报（</a:t>
            </a:r>
            <a:r>
              <a:rPr lang="en-US" altLang="zh-CN" dirty="0"/>
              <a:t>10-K Form</a:t>
            </a:r>
            <a:r>
              <a:rPr lang="zh-CN" altLang="en-US" dirty="0"/>
              <a:t>）是核心数据源。然而，原始文本通常包含大量的 </a:t>
            </a:r>
            <a:r>
              <a:rPr lang="en-US" altLang="zh-CN" dirty="0"/>
              <a:t>HTML </a:t>
            </a:r>
            <a:r>
              <a:rPr lang="zh-CN" altLang="en-US" dirty="0"/>
              <a:t>标签、非字符符号和复杂的排版。本练习旨在训练你使用正则表达式（</a:t>
            </a:r>
            <a:r>
              <a:rPr lang="en-US" altLang="zh-CN" dirty="0"/>
              <a:t>Regular Expression</a:t>
            </a:r>
            <a:r>
              <a:rPr lang="zh-CN" altLang="en-US" dirty="0"/>
              <a:t>）处理大规模真实世界非结构化数据的能力。</a:t>
            </a:r>
            <a:endParaRPr lang="en-US" altLang="zh-CN" dirty="0"/>
          </a:p>
          <a:p>
            <a:r>
              <a:rPr lang="zh-CN" altLang="en-US" dirty="0"/>
              <a:t>实验步骤与要求</a:t>
            </a:r>
            <a:endParaRPr lang="en-US" altLang="zh-CN" dirty="0"/>
          </a:p>
          <a:p>
            <a:pPr lvl="1"/>
            <a:r>
              <a:rPr lang="zh-CN" altLang="en-US" dirty="0"/>
              <a:t>数据观察与问题识别：</a:t>
            </a:r>
            <a:endParaRPr lang="en-US" altLang="zh-CN" dirty="0"/>
          </a:p>
          <a:p>
            <a:pPr lvl="2"/>
            <a:r>
              <a:rPr lang="zh-CN" altLang="en-US" dirty="0"/>
              <a:t>仔细阅读老师提供的年报样本，在 </a:t>
            </a:r>
            <a:r>
              <a:rPr lang="en-US" altLang="zh-CN" dirty="0"/>
              <a:t>Notebook </a:t>
            </a:r>
            <a:r>
              <a:rPr lang="zh-CN" altLang="en-US" dirty="0"/>
              <a:t>中以 </a:t>
            </a:r>
            <a:r>
              <a:rPr lang="en-US" altLang="zh-CN" dirty="0"/>
              <a:t>Markdown </a:t>
            </a:r>
            <a:r>
              <a:rPr lang="zh-CN" altLang="en-US" dirty="0"/>
              <a:t>形式列出至少 </a:t>
            </a:r>
            <a:r>
              <a:rPr lang="en-US" altLang="zh-CN" dirty="0"/>
              <a:t>4 </a:t>
            </a:r>
            <a:r>
              <a:rPr lang="zh-CN" altLang="en-US" dirty="0"/>
              <a:t>类影响后续分析的文本噪音。</a:t>
            </a:r>
            <a:endParaRPr lang="en-US" altLang="zh-CN" dirty="0"/>
          </a:p>
          <a:p>
            <a:pPr lvl="1"/>
            <a:r>
              <a:rPr lang="zh-CN" altLang="en-US" dirty="0"/>
              <a:t>文本清洗：编写正则表达式去除上述识别出的噪音。</a:t>
            </a:r>
            <a:endParaRPr lang="en-US" altLang="zh-CN" dirty="0"/>
          </a:p>
          <a:p>
            <a:pPr lvl="2"/>
            <a:r>
              <a:rPr lang="zh-CN" altLang="en-US" dirty="0"/>
              <a:t>注意： 确保清洗逻辑的准确性，避免误删正文内容。</a:t>
            </a:r>
            <a:endParaRPr lang="en-US" altLang="zh-CN" dirty="0"/>
          </a:p>
          <a:p>
            <a:pPr lvl="1"/>
            <a:r>
              <a:rPr lang="zh-CN" altLang="en-US" dirty="0"/>
              <a:t>将清洗好的年报数据保存到</a:t>
            </a:r>
            <a:r>
              <a:rPr lang="en-US" altLang="zh-CN" dirty="0" err="1"/>
              <a:t>clean_annual_reports</a:t>
            </a:r>
            <a:r>
              <a:rPr lang="en-US" altLang="zh-CN" dirty="0"/>
              <a:t>/</a:t>
            </a:r>
            <a:r>
              <a:rPr lang="zh-CN" altLang="en-US" dirty="0"/>
              <a:t>文件夹中。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正则表达式相关教程：</a:t>
            </a:r>
            <a:r>
              <a:rPr lang="zh-CN" altLang="en-US" dirty="0">
                <a:hlinkClick r:id="rId2"/>
              </a:rPr>
              <a:t>菜鸟教程：</a:t>
            </a:r>
            <a:r>
              <a:rPr lang="en-US" altLang="zh-CN" dirty="0">
                <a:hlinkClick r:id="rId2"/>
              </a:rPr>
              <a:t>Python </a:t>
            </a:r>
            <a:r>
              <a:rPr lang="zh-CN" altLang="en-US" dirty="0">
                <a:hlinkClick r:id="rId2"/>
              </a:rPr>
              <a:t>正则表达式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4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10FA-93DB-9121-D5D0-084365F3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5BE30-B0E9-C5C0-EDAC-E995D33B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基于正则表达式的年报文本清洗与结构化提取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EB412-8365-255F-E79B-FF8DA985A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关键章节提取</a:t>
            </a:r>
            <a:endParaRPr lang="en-US" altLang="zh-CN" dirty="0"/>
          </a:p>
          <a:p>
            <a:pPr lvl="1"/>
            <a:r>
              <a:rPr lang="zh-CN" altLang="en-US" dirty="0"/>
              <a:t>利用正则表达式从年报中提取以下两个核心章节：</a:t>
            </a:r>
            <a:endParaRPr lang="en-US" altLang="zh-CN" dirty="0"/>
          </a:p>
          <a:p>
            <a:pPr lvl="1"/>
            <a:r>
              <a:rPr lang="en-US" altLang="zh-CN" dirty="0"/>
              <a:t>Item 1 – Business</a:t>
            </a:r>
            <a:r>
              <a:rPr lang="zh-CN" altLang="en-US" dirty="0"/>
              <a:t>（公司业务介绍）</a:t>
            </a:r>
            <a:endParaRPr lang="en-US" altLang="zh-CN" dirty="0"/>
          </a:p>
          <a:p>
            <a:pPr lvl="1"/>
            <a:r>
              <a:rPr lang="en-US" altLang="zh-CN" dirty="0"/>
              <a:t>Item 7 – Management's Discussion and Analysis (MD&amp;A)</a:t>
            </a:r>
            <a:r>
              <a:rPr lang="zh-CN" altLang="en-US" dirty="0"/>
              <a:t>（管理层讨论与分析）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难点提示： 年报格式不统一，标题可能出现全大写、加粗、或带有编号的情况（如 </a:t>
            </a:r>
            <a:r>
              <a:rPr lang="en-US" altLang="zh-CN" dirty="0"/>
              <a:t>"Item 7." </a:t>
            </a:r>
            <a:r>
              <a:rPr lang="zh-CN" altLang="en-US" dirty="0"/>
              <a:t>或 </a:t>
            </a:r>
            <a:r>
              <a:rPr lang="en-US" altLang="zh-CN" dirty="0"/>
              <a:t>"ITEM 7"</a:t>
            </a:r>
            <a:r>
              <a:rPr lang="zh-CN" altLang="en-US" dirty="0"/>
              <a:t>）。你需要设计一个能够兼容多种变体且能准确识别章节结束位置（即下一个 </a:t>
            </a:r>
            <a:r>
              <a:rPr lang="en-US" altLang="zh-CN" dirty="0"/>
              <a:t>Item </a:t>
            </a:r>
            <a:r>
              <a:rPr lang="zh-CN" altLang="en-US" dirty="0"/>
              <a:t>开始前）的正则模式。</a:t>
            </a:r>
            <a:endParaRPr lang="en-US" altLang="zh-CN" dirty="0"/>
          </a:p>
          <a:p>
            <a:r>
              <a:rPr lang="zh-CN" altLang="en-US" dirty="0"/>
              <a:t>将识别出来的所有</a:t>
            </a:r>
            <a:r>
              <a:rPr lang="en-US" altLang="zh-CN" dirty="0"/>
              <a:t>item1</a:t>
            </a:r>
            <a:r>
              <a:rPr lang="zh-CN" altLang="en-US" dirty="0"/>
              <a:t>章节保存到</a:t>
            </a:r>
            <a:r>
              <a:rPr lang="en-US" altLang="zh-CN" dirty="0"/>
              <a:t>item1/</a:t>
            </a:r>
            <a:r>
              <a:rPr lang="zh-CN" altLang="en-US" dirty="0"/>
              <a:t>文件夹中</a:t>
            </a:r>
            <a:r>
              <a:rPr lang="en-US" altLang="zh-CN" dirty="0"/>
              <a:t>; </a:t>
            </a:r>
            <a:r>
              <a:rPr lang="zh-CN" altLang="en-US" dirty="0"/>
              <a:t>将</a:t>
            </a:r>
            <a:r>
              <a:rPr lang="en-US" altLang="zh-CN" dirty="0"/>
              <a:t>item7</a:t>
            </a:r>
            <a:r>
              <a:rPr lang="zh-CN" altLang="en-US" dirty="0"/>
              <a:t>章节保存到</a:t>
            </a:r>
            <a:r>
              <a:rPr lang="en-US" altLang="zh-CN" dirty="0"/>
              <a:t>item7/</a:t>
            </a:r>
            <a:r>
              <a:rPr lang="zh-CN" altLang="en-US" dirty="0"/>
              <a:t>文件夹中。 文件名采用原始年报的文件名。 如 </a:t>
            </a:r>
            <a:r>
              <a:rPr lang="en-US" altLang="zh-CN" dirty="0"/>
              <a:t>item1/file1.txt</a:t>
            </a:r>
          </a:p>
          <a:p>
            <a:r>
              <a:rPr lang="zh-CN" altLang="en-US" dirty="0"/>
              <a:t>注：不要求 </a:t>
            </a:r>
            <a:r>
              <a:rPr lang="en-US" altLang="zh-CN" dirty="0"/>
              <a:t>100% </a:t>
            </a:r>
            <a:r>
              <a:rPr lang="zh-CN" altLang="en-US" dirty="0"/>
              <a:t>提取率，但需在代码中展示你针对失败案例的分析。</a:t>
            </a:r>
          </a:p>
        </p:txBody>
      </p:sp>
    </p:spTree>
    <p:extLst>
      <p:ext uri="{BB962C8B-B14F-4D97-AF65-F5344CB8AC3E}">
        <p14:creationId xmlns:p14="http://schemas.microsoft.com/office/powerpoint/2010/main" val="228516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5D4F-3D05-3E9E-0A84-C28DF137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BDF40-360C-8D0E-3036-75829C7F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2.1</a:t>
            </a:r>
            <a:r>
              <a:rPr lang="zh-CN" altLang="en-US" dirty="0"/>
              <a:t>提交内容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5B047-A39A-5F4E-D867-FF876D40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包含整个流程的</a:t>
            </a:r>
            <a:r>
              <a:rPr lang="en-US" altLang="zh-CN" dirty="0" err="1"/>
              <a:t>ipynb</a:t>
            </a:r>
            <a:r>
              <a:rPr lang="zh-CN" altLang="en-US" dirty="0"/>
              <a:t>文件，文件名为</a:t>
            </a:r>
            <a:r>
              <a:rPr lang="en-US" altLang="zh-CN" dirty="0"/>
              <a:t>homework2_1</a:t>
            </a:r>
          </a:p>
          <a:p>
            <a:pPr lvl="1"/>
            <a:r>
              <a:rPr lang="zh-CN" altLang="en-US" dirty="0"/>
              <a:t>数据探索部分： 记录发现的问题。</a:t>
            </a:r>
            <a:endParaRPr lang="en-US" altLang="zh-CN" dirty="0"/>
          </a:p>
          <a:p>
            <a:pPr lvl="1"/>
            <a:r>
              <a:rPr lang="zh-CN" altLang="en-US" dirty="0"/>
              <a:t>代码实现部分： 包含清洗函数、提取函数，并附带必要的代码注释。</a:t>
            </a:r>
            <a:endParaRPr lang="en-US" altLang="zh-CN" dirty="0"/>
          </a:p>
          <a:p>
            <a:pPr lvl="1"/>
            <a:r>
              <a:rPr lang="zh-CN" altLang="en-US" dirty="0"/>
              <a:t>总结部分： 简述你的正则表达式设计逻辑，以及在处理特殊格式时的心得。</a:t>
            </a:r>
          </a:p>
        </p:txBody>
      </p:sp>
    </p:spTree>
    <p:extLst>
      <p:ext uri="{BB962C8B-B14F-4D97-AF65-F5344CB8AC3E}">
        <p14:creationId xmlns:p14="http://schemas.microsoft.com/office/powerpoint/2010/main" val="173271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303E-940E-BF87-2EF8-6F7F0409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3696B-564A-83A9-2F53-F744BCC4B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Homework 2.2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4832DB-584C-F939-DBF6-F357F7B75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79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F182-1D51-F992-C99C-F3380BD8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EF24E-1B01-7E20-3043-F0FCD733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 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LSTM </a:t>
            </a:r>
            <a:r>
              <a:rPr lang="zh-CN" altLang="en-US" dirty="0"/>
              <a:t>的金融情感分类器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93F90-2E96-FCE5-6A68-4C05D69D5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0264"/>
            <a:ext cx="12102905" cy="5928223"/>
          </a:xfrm>
        </p:spPr>
        <p:txBody>
          <a:bodyPr>
            <a:normAutofit/>
          </a:bodyPr>
          <a:lstStyle/>
          <a:p>
            <a:r>
              <a:rPr lang="zh-CN" altLang="en-US" dirty="0"/>
              <a:t>任务背景</a:t>
            </a:r>
            <a:endParaRPr lang="en-US" altLang="zh-CN" dirty="0"/>
          </a:p>
          <a:p>
            <a:pPr lvl="1"/>
            <a:r>
              <a:rPr lang="zh-CN" altLang="en-US" dirty="0"/>
              <a:t>情感分析是 </a:t>
            </a:r>
            <a:r>
              <a:rPr lang="en-US" altLang="zh-CN" dirty="0"/>
              <a:t>NLP </a:t>
            </a:r>
            <a:r>
              <a:rPr lang="zh-CN" altLang="en-US" dirty="0"/>
              <a:t>的经典任务。本实验要求你利用预训练词向量（</a:t>
            </a:r>
            <a:r>
              <a:rPr lang="en-US" altLang="zh-CN" dirty="0" err="1"/>
              <a:t>GloVe</a:t>
            </a:r>
            <a:r>
              <a:rPr lang="zh-CN" altLang="en-US" dirty="0"/>
              <a:t>）和长短期记忆网络（</a:t>
            </a:r>
            <a:r>
              <a:rPr lang="en-US" altLang="zh-CN" dirty="0"/>
              <a:t>LSTM</a:t>
            </a:r>
            <a:r>
              <a:rPr lang="zh-CN" altLang="en-US" dirty="0"/>
              <a:t>）对金融新闻短语进行三分类（积极、中性、消极）。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实验步骤与要求</a:t>
            </a:r>
            <a:endParaRPr lang="en-US" altLang="zh-CN" dirty="0"/>
          </a:p>
          <a:p>
            <a:pPr lvl="1"/>
            <a:r>
              <a:rPr lang="zh-CN" altLang="en-US" dirty="0"/>
              <a:t>数据准备：</a:t>
            </a:r>
            <a:endParaRPr lang="en-US" altLang="zh-CN" dirty="0"/>
          </a:p>
          <a:p>
            <a:pPr lvl="2"/>
            <a:r>
              <a:rPr lang="zh-CN" altLang="en-US" dirty="0"/>
              <a:t>读取 </a:t>
            </a:r>
            <a:r>
              <a:rPr lang="en-US" altLang="zh-CN" dirty="0"/>
              <a:t>FinancialPhraseBank.csv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预处理： 使用 </a:t>
            </a:r>
            <a:r>
              <a:rPr lang="en-US" altLang="zh-CN" dirty="0" err="1"/>
              <a:t>nltk</a:t>
            </a:r>
            <a:r>
              <a:rPr lang="en-US" altLang="zh-CN" dirty="0"/>
              <a:t> </a:t>
            </a:r>
            <a:r>
              <a:rPr lang="zh-CN" altLang="en-US" dirty="0"/>
              <a:t>进行分词（</a:t>
            </a:r>
            <a:r>
              <a:rPr lang="en-US" altLang="zh-CN" dirty="0"/>
              <a:t>Tokenization</a:t>
            </a:r>
            <a:r>
              <a:rPr lang="zh-CN" altLang="en-US" dirty="0"/>
              <a:t>），统一转为小写，去除特殊符号。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label</a:t>
            </a:r>
            <a:r>
              <a:rPr lang="zh-CN" altLang="en-US" dirty="0"/>
              <a:t>从文本转化为数字标签。如</a:t>
            </a:r>
            <a:r>
              <a:rPr lang="en-US" altLang="zh-CN" dirty="0"/>
              <a:t>positive, negative, neutral -&gt; 1,-1,0</a:t>
            </a:r>
          </a:p>
          <a:p>
            <a:pPr lvl="1"/>
            <a:r>
              <a:rPr lang="zh-CN" altLang="en-US" dirty="0"/>
              <a:t>词向量嵌入 </a:t>
            </a:r>
            <a:r>
              <a:rPr lang="en-US" altLang="zh-CN" dirty="0"/>
              <a:t>(Word Embedding)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加载预训练模型 </a:t>
            </a:r>
            <a:r>
              <a:rPr lang="en-US" altLang="zh-CN" dirty="0"/>
              <a:t>glove-wiki-gigaword-50.wordvectors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将每个句子转化为向量序列。对于不在词表中的词（</a:t>
            </a:r>
            <a:r>
              <a:rPr lang="en-US" altLang="zh-CN" dirty="0"/>
              <a:t>OOV</a:t>
            </a:r>
            <a:r>
              <a:rPr lang="zh-CN" altLang="en-US" dirty="0"/>
              <a:t>），请考虑统一映射为零向量或随机向量。</a:t>
            </a:r>
            <a:endParaRPr lang="en-US" altLang="zh-CN" dirty="0"/>
          </a:p>
          <a:p>
            <a:pPr lvl="1"/>
            <a:r>
              <a:rPr lang="zh-CN" altLang="en-US" dirty="0"/>
              <a:t>数据集划分：</a:t>
            </a:r>
            <a:endParaRPr lang="en-US" altLang="zh-CN" dirty="0"/>
          </a:p>
          <a:p>
            <a:pPr lvl="2"/>
            <a:r>
              <a:rPr lang="zh-CN" altLang="en-US" dirty="0"/>
              <a:t>将数据按 </a:t>
            </a:r>
            <a:r>
              <a:rPr lang="en-US" altLang="zh-CN" dirty="0"/>
              <a:t>7 : 1.5 : 1.5 </a:t>
            </a:r>
            <a:r>
              <a:rPr lang="zh-CN" altLang="en-US" dirty="0"/>
              <a:t>的比例随机划分为训练集（</a:t>
            </a:r>
            <a:r>
              <a:rPr lang="en-US" altLang="zh-CN" dirty="0"/>
              <a:t>Train</a:t>
            </a:r>
            <a:r>
              <a:rPr lang="zh-CN" altLang="en-US" dirty="0"/>
              <a:t>）、验证集（</a:t>
            </a:r>
            <a:r>
              <a:rPr lang="en-US" altLang="zh-CN" dirty="0"/>
              <a:t>Val</a:t>
            </a:r>
            <a:r>
              <a:rPr lang="zh-CN" altLang="en-US" dirty="0"/>
              <a:t>）和测试集（</a:t>
            </a:r>
            <a:r>
              <a:rPr lang="en-US" altLang="zh-CN" dirty="0"/>
              <a:t>Test</a:t>
            </a:r>
            <a:r>
              <a:rPr lang="zh-CN" altLang="en-US" dirty="0"/>
              <a:t>）。请固定随机种子（</a:t>
            </a:r>
            <a:r>
              <a:rPr lang="en-US" altLang="zh-CN" dirty="0"/>
              <a:t>Random Seed</a:t>
            </a:r>
            <a:r>
              <a:rPr lang="zh-CN" altLang="en-US" dirty="0"/>
              <a:t>）以保证实验可重复。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092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FEC0-49FF-AEC9-72AE-5E12AE13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EA858-A306-1EA6-A0C1-55ADD207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 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LSTM </a:t>
            </a:r>
            <a:r>
              <a:rPr lang="zh-CN" altLang="en-US" dirty="0"/>
              <a:t>的金融情感分类器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65E2F9-3B7E-1E9C-7F47-2F0CA740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0264"/>
            <a:ext cx="12102905" cy="5928223"/>
          </a:xfrm>
        </p:spPr>
        <p:txBody>
          <a:bodyPr>
            <a:normAutofit/>
          </a:bodyPr>
          <a:lstStyle/>
          <a:p>
            <a:r>
              <a:rPr lang="zh-CN" altLang="en-US" dirty="0"/>
              <a:t>模型构建：</a:t>
            </a:r>
            <a:endParaRPr lang="en-US" altLang="zh-CN" dirty="0"/>
          </a:p>
          <a:p>
            <a:pPr lvl="1"/>
            <a:r>
              <a:rPr lang="zh-CN" altLang="en-US" dirty="0"/>
              <a:t>使用 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构建一个包含 </a:t>
            </a:r>
            <a:r>
              <a:rPr lang="en-US" altLang="zh-CN" dirty="0" err="1"/>
              <a:t>nn.LSTM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nn.Linear</a:t>
            </a:r>
            <a:r>
              <a:rPr lang="en-US" altLang="zh-CN" dirty="0"/>
              <a:t> </a:t>
            </a:r>
            <a:r>
              <a:rPr lang="zh-CN" altLang="en-US" dirty="0"/>
              <a:t>的分类模型。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模型训练与评估：</a:t>
            </a:r>
            <a:endParaRPr lang="en-US" altLang="zh-CN" dirty="0"/>
          </a:p>
          <a:p>
            <a:pPr lvl="1"/>
            <a:r>
              <a:rPr lang="zh-CN" altLang="en-US" dirty="0"/>
              <a:t>训练： 总共训练 </a:t>
            </a:r>
            <a:r>
              <a:rPr lang="en-US" altLang="zh-CN" dirty="0"/>
              <a:t>10 </a:t>
            </a:r>
            <a:r>
              <a:rPr lang="zh-CN" altLang="en-US" dirty="0"/>
              <a:t>个 </a:t>
            </a:r>
            <a:r>
              <a:rPr lang="en-US" altLang="zh-CN" dirty="0"/>
              <a:t>Epoch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验证： 每个 </a:t>
            </a:r>
            <a:r>
              <a:rPr lang="en-US" altLang="zh-CN" dirty="0"/>
              <a:t>Epoch </a:t>
            </a:r>
            <a:r>
              <a:rPr lang="zh-CN" altLang="en-US" dirty="0"/>
              <a:t>结束后，在验证集上计算准确率（</a:t>
            </a:r>
            <a:r>
              <a:rPr lang="en-US" altLang="zh-CN" dirty="0"/>
              <a:t>Accuracy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保存： 自动保存验证集表现最好（</a:t>
            </a:r>
            <a:r>
              <a:rPr lang="en-US" altLang="zh-CN" dirty="0"/>
              <a:t>Best Validation Accuracy</a:t>
            </a:r>
            <a:r>
              <a:rPr lang="zh-CN" altLang="en-US" dirty="0"/>
              <a:t>）的模型参数。</a:t>
            </a:r>
            <a:endParaRPr lang="en-US" altLang="zh-CN" dirty="0"/>
          </a:p>
          <a:p>
            <a:pPr lvl="1"/>
            <a:r>
              <a:rPr lang="zh-CN" altLang="en-US" dirty="0"/>
              <a:t>测试： 训练结束后，加载最优模型，计算其在测试集上的 准确率 </a:t>
            </a:r>
            <a:r>
              <a:rPr lang="en-US" altLang="zh-CN" dirty="0"/>
              <a:t>(Accuracy) </a:t>
            </a:r>
            <a:r>
              <a:rPr lang="zh-CN" altLang="en-US" dirty="0"/>
              <a:t>和 </a:t>
            </a:r>
            <a:r>
              <a:rPr lang="en-US" altLang="zh-CN" dirty="0"/>
              <a:t>F1-score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注意事项</a:t>
            </a:r>
            <a:endParaRPr lang="en-US" altLang="zh-CN" dirty="0"/>
          </a:p>
          <a:p>
            <a:pPr lvl="1"/>
            <a:r>
              <a:rPr lang="zh-CN" altLang="en-US" dirty="0"/>
              <a:t>由于数据中样本之间的文本长度不一致，当你试着在一个</a:t>
            </a:r>
            <a:r>
              <a:rPr lang="en-US" altLang="zh-CN" dirty="0"/>
              <a:t>batch</a:t>
            </a:r>
            <a:r>
              <a:rPr lang="zh-CN" altLang="en-US" dirty="0"/>
              <a:t>中包含多个样本的时候，可能会出现报错。 可以试着每次只用一个样本做训练和推理（即</a:t>
            </a:r>
            <a:r>
              <a:rPr lang="en-US" altLang="zh-CN" dirty="0"/>
              <a:t>batch size=1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或者跟</a:t>
            </a:r>
            <a:r>
              <a:rPr lang="en-US" altLang="zh-CN" dirty="0"/>
              <a:t>AI</a:t>
            </a:r>
            <a:r>
              <a:rPr lang="zh-CN" altLang="en-US" dirty="0"/>
              <a:t>讨论，得到更优的处理方案。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726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3418-7C47-7E6B-BBC5-2089D397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8B8AF-8906-FF91-01D0-7CE2B5F2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 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LSTM </a:t>
            </a:r>
            <a:r>
              <a:rPr lang="zh-CN" altLang="en-US" dirty="0"/>
              <a:t>的金融情感分类器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9D974-0CAB-3440-3C6E-06546632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0264"/>
            <a:ext cx="12102905" cy="5928223"/>
          </a:xfrm>
        </p:spPr>
        <p:txBody>
          <a:bodyPr>
            <a:normAutofit/>
          </a:bodyPr>
          <a:lstStyle/>
          <a:p>
            <a:r>
              <a:rPr lang="zh-CN" altLang="en-US" dirty="0"/>
              <a:t>提交内容 </a:t>
            </a:r>
            <a:r>
              <a:rPr lang="en-US" altLang="zh-CN" dirty="0"/>
              <a:t>(homework2_2.ipynb)</a:t>
            </a:r>
          </a:p>
          <a:p>
            <a:pPr lvl="1"/>
            <a:r>
              <a:rPr lang="zh-CN" altLang="en-US" dirty="0"/>
              <a:t>完整代码： 包含数据处理、模型定义、训练循环和评估逻辑。</a:t>
            </a:r>
            <a:endParaRPr lang="en-US" altLang="zh-CN" dirty="0"/>
          </a:p>
          <a:p>
            <a:pPr lvl="1"/>
            <a:r>
              <a:rPr lang="zh-CN" altLang="en-US" dirty="0"/>
              <a:t>训练日志： 打印出每个 </a:t>
            </a:r>
            <a:r>
              <a:rPr lang="en-US" altLang="zh-CN" dirty="0"/>
              <a:t>Epoch </a:t>
            </a:r>
            <a:r>
              <a:rPr lang="zh-CN" altLang="en-US" dirty="0"/>
              <a:t>的 </a:t>
            </a:r>
            <a:r>
              <a:rPr lang="en-US" altLang="zh-CN" dirty="0"/>
              <a:t>Loss </a:t>
            </a:r>
            <a:r>
              <a:rPr lang="zh-CN" altLang="en-US" dirty="0"/>
              <a:t>和 </a:t>
            </a:r>
            <a:r>
              <a:rPr lang="en-US" altLang="zh-CN" dirty="0"/>
              <a:t>Validation Accuracy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结果展示： 最终在测试集上的性能指标。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837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804</Words>
  <Application>Microsoft Office PowerPoint</Application>
  <PresentationFormat>宽屏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Homework 2</vt:lpstr>
      <vt:lpstr>Homework 2.1</vt:lpstr>
      <vt:lpstr>基于正则表达式的年报文本清洗与结构化提取</vt:lpstr>
      <vt:lpstr>基于正则表达式的年报文本清洗与结构化提取</vt:lpstr>
      <vt:lpstr>作业2.1提交内容</vt:lpstr>
      <vt:lpstr>Homework 2.2</vt:lpstr>
      <vt:lpstr>基于 PyTorch 与 LSTM 的金融情感分类器</vt:lpstr>
      <vt:lpstr>基于 PyTorch 与 LSTM 的金融情感分类器</vt:lpstr>
      <vt:lpstr>基于 PyTorch 与 LSTM 的金融情感分类器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郑杰鑫（Jiexin Zheng）</dc:creator>
  <cp:lastModifiedBy>郑杰鑫（Jiexin Zheng）</cp:lastModifiedBy>
  <cp:revision>1</cp:revision>
  <dcterms:created xsi:type="dcterms:W3CDTF">2026-02-21T02:44:06Z</dcterms:created>
  <dcterms:modified xsi:type="dcterms:W3CDTF">2026-03-18T09:42:02Z</dcterms:modified>
</cp:coreProperties>
</file>